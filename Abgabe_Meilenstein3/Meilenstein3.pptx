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  <p:sldMasterId id="2147483653" r:id="rId3"/>
  </p:sldMasterIdLst>
  <p:notesMasterIdLst>
    <p:notesMasterId r:id="rId5"/>
  </p:notesMasterIdLst>
  <p:sldIdLst>
    <p:sldId id="256" r:id="rId4"/>
    <p:sldId id="290" r:id="rId6"/>
    <p:sldId id="285" r:id="rId7"/>
    <p:sldId id="291" r:id="rId8"/>
    <p:sldId id="287" r:id="rId9"/>
    <p:sldId id="288" r:id="rId10"/>
    <p:sldId id="289" r:id="rId11"/>
  </p:sldIdLst>
  <p:sldSz cx="12192000" cy="6858000"/>
  <p:notesSz cx="9928225" cy="6797675"/>
  <p:embeddedFontLst>
    <p:embeddedFont>
      <p:font typeface="Roboto" panose="02000000000000000000"/>
      <p:regular r:id="rId15"/>
    </p:embeddedFont>
  </p:embeddedFontLst>
  <p:defaultTextStyle>
    <a:defPPr>
      <a:defRPr lang="de-DE"/>
    </a:defPPr>
    <a:lvl1pPr algn="l" rtl="0">
      <a:spcBef>
        <a:spcPts val="0"/>
      </a:spcBef>
      <a:spcAft>
        <a:spcPts val="0"/>
      </a:spcAft>
      <a:defRPr>
        <a:solidFill>
          <a:schemeClr val="tx1"/>
        </a:solidFill>
        <a:latin typeface="Arial" panose="020B0704020202020204"/>
        <a:ea typeface="+mn-ea"/>
        <a:cs typeface="Arial" panose="020B0704020202020204"/>
      </a:defRPr>
    </a:lvl1pPr>
    <a:lvl2pPr marL="457200" algn="l" rtl="0">
      <a:spcBef>
        <a:spcPts val="0"/>
      </a:spcBef>
      <a:spcAft>
        <a:spcPts val="0"/>
      </a:spcAft>
      <a:defRPr>
        <a:solidFill>
          <a:schemeClr val="tx1"/>
        </a:solidFill>
        <a:latin typeface="Arial" panose="020B0704020202020204"/>
        <a:ea typeface="+mn-ea"/>
        <a:cs typeface="Arial" panose="020B0704020202020204"/>
      </a:defRPr>
    </a:lvl2pPr>
    <a:lvl3pPr marL="914400" algn="l" rtl="0">
      <a:spcBef>
        <a:spcPts val="0"/>
      </a:spcBef>
      <a:spcAft>
        <a:spcPts val="0"/>
      </a:spcAft>
      <a:defRPr>
        <a:solidFill>
          <a:schemeClr val="tx1"/>
        </a:solidFill>
        <a:latin typeface="Arial" panose="020B0704020202020204"/>
        <a:ea typeface="+mn-ea"/>
        <a:cs typeface="Arial" panose="020B0704020202020204"/>
      </a:defRPr>
    </a:lvl3pPr>
    <a:lvl4pPr marL="1371600" algn="l" rtl="0">
      <a:spcBef>
        <a:spcPts val="0"/>
      </a:spcBef>
      <a:spcAft>
        <a:spcPts val="0"/>
      </a:spcAft>
      <a:defRPr>
        <a:solidFill>
          <a:schemeClr val="tx1"/>
        </a:solidFill>
        <a:latin typeface="Arial" panose="020B0704020202020204"/>
        <a:ea typeface="+mn-ea"/>
        <a:cs typeface="Arial" panose="020B0704020202020204"/>
      </a:defRPr>
    </a:lvl4pPr>
    <a:lvl5pPr marL="1828800" algn="l" rtl="0">
      <a:spcBef>
        <a:spcPts val="0"/>
      </a:spcBef>
      <a:spcAft>
        <a:spcPts val="0"/>
      </a:spcAft>
      <a:defRPr>
        <a:solidFill>
          <a:schemeClr val="tx1"/>
        </a:solidFill>
        <a:latin typeface="Arial" panose="020B0704020202020204"/>
        <a:ea typeface="+mn-ea"/>
        <a:cs typeface="Arial" panose="020B0704020202020204"/>
      </a:defRPr>
    </a:lvl5pPr>
    <a:lvl6pPr marL="2286000" algn="l" defTabSz="914400" rtl="0">
      <a:defRPr>
        <a:solidFill>
          <a:schemeClr val="tx1"/>
        </a:solidFill>
        <a:latin typeface="Arial" panose="020B0704020202020204"/>
        <a:ea typeface="+mn-ea"/>
        <a:cs typeface="Arial" panose="020B0704020202020204"/>
      </a:defRPr>
    </a:lvl6pPr>
    <a:lvl7pPr marL="2743200" algn="l" defTabSz="914400" rtl="0">
      <a:defRPr>
        <a:solidFill>
          <a:schemeClr val="tx1"/>
        </a:solidFill>
        <a:latin typeface="Arial" panose="020B0704020202020204"/>
        <a:ea typeface="+mn-ea"/>
        <a:cs typeface="Arial" panose="020B0704020202020204"/>
      </a:defRPr>
    </a:lvl7pPr>
    <a:lvl8pPr marL="3200400" algn="l" defTabSz="914400" rtl="0">
      <a:defRPr>
        <a:solidFill>
          <a:schemeClr val="tx1"/>
        </a:solidFill>
        <a:latin typeface="Arial" panose="020B0704020202020204"/>
        <a:ea typeface="+mn-ea"/>
        <a:cs typeface="Arial" panose="020B0704020202020204"/>
      </a:defRPr>
    </a:lvl8pPr>
    <a:lvl9pPr marL="3657600" algn="l" defTabSz="914400" rtl="0">
      <a:defRPr>
        <a:solidFill>
          <a:schemeClr val="tx1"/>
        </a:solidFill>
        <a:latin typeface="Arial" panose="020B0704020202020204"/>
        <a:ea typeface="+mn-ea"/>
        <a:cs typeface="Arial" panose="020B0704020202020204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/>
    <p:restoredTop sz="94608"/>
  </p:normalViewPr>
  <p:slideViewPr>
    <p:cSldViewPr snapToGrid="0" showGuides="1">
      <p:cViewPr varScale="1">
        <p:scale>
          <a:sx n="129" d="100"/>
          <a:sy n="129" d="100"/>
        </p:scale>
        <p:origin x="840" y="18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090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3314" cy="3402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153" tIns="46077" rIns="92153" bIns="46077" numCol="1" anchor="t" anchorCtr="0" compatLnSpc="1"/>
          <a:lstStyle>
            <a:lvl1pPr algn="l">
              <a:defRPr sz="1200">
                <a:latin typeface="Arial" panose="020B0704020202020204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720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594" y="0"/>
            <a:ext cx="4303314" cy="3402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153" tIns="46077" rIns="92153" bIns="46077" numCol="1" anchor="t" anchorCtr="0" compatLnSpc="1"/>
          <a:lstStyle>
            <a:lvl1pPr algn="r">
              <a:defRPr sz="1200">
                <a:latin typeface="Arial" panose="020B0704020202020204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81438289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750" y="509588"/>
            <a:ext cx="4530725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210159018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360" y="3228190"/>
            <a:ext cx="7943508" cy="305971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153" tIns="46077" rIns="92153" bIns="46077" numCol="1" anchor="t" anchorCtr="0" compatLnSpc="1"/>
          <a:lstStyle/>
          <a:p>
            <a:pPr lvl="0">
              <a:defRPr/>
            </a:pPr>
            <a:r>
              <a:rPr lang="de-DE"/>
              <a:t>Textmasterformate durch Klicken bearbeiten</a:t>
            </a:r>
            <a:endParaRPr lang="de-DE"/>
          </a:p>
          <a:p>
            <a:pPr lvl="1">
              <a:defRPr/>
            </a:pPr>
            <a:r>
              <a:rPr lang="de-DE"/>
              <a:t>Zweite Ebene</a:t>
            </a:r>
            <a:endParaRPr lang="de-DE"/>
          </a:p>
          <a:p>
            <a:pPr lvl="2">
              <a:defRPr/>
            </a:pPr>
            <a:r>
              <a:rPr lang="de-DE"/>
              <a:t>Dritte Ebene</a:t>
            </a:r>
            <a:endParaRPr lang="de-DE"/>
          </a:p>
          <a:p>
            <a:pPr lvl="3">
              <a:defRPr/>
            </a:pPr>
            <a:r>
              <a:rPr lang="de-DE"/>
              <a:t>Vierte Ebene</a:t>
            </a:r>
            <a:endParaRPr lang="de-DE"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13463681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379"/>
            <a:ext cx="4303314" cy="3402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153" tIns="46077" rIns="92153" bIns="46077" numCol="1" anchor="b" anchorCtr="0" compatLnSpc="1"/>
          <a:lstStyle>
            <a:lvl1pPr algn="l">
              <a:defRPr sz="1200">
                <a:latin typeface="Arial" panose="020B0704020202020204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352519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594" y="6456379"/>
            <a:ext cx="4303314" cy="34021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153" tIns="46077" rIns="92153" bIns="46077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5EB2B633-7BEC-49A7-B3BF-92E0C7E450E6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>
      <a:spcBef>
        <a:spcPts val="0"/>
      </a:spcBef>
      <a:spcAft>
        <a:spcPts val="0"/>
      </a:spcAft>
      <a:defRPr sz="1200">
        <a:solidFill>
          <a:schemeClr val="tx1"/>
        </a:solidFill>
        <a:latin typeface="Arial" panose="020B0704020202020204"/>
        <a:ea typeface="+mn-ea"/>
        <a:cs typeface="+mn-cs"/>
      </a:defRPr>
    </a:lvl1pPr>
    <a:lvl2pPr marL="4572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Arial" panose="020B0704020202020204"/>
        <a:ea typeface="+mn-ea"/>
        <a:cs typeface="+mn-cs"/>
      </a:defRPr>
    </a:lvl2pPr>
    <a:lvl3pPr marL="9144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Arial" panose="020B0704020202020204"/>
        <a:ea typeface="+mn-ea"/>
        <a:cs typeface="+mn-cs"/>
      </a:defRPr>
    </a:lvl3pPr>
    <a:lvl4pPr marL="13716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Arial" panose="020B0704020202020204"/>
        <a:ea typeface="+mn-ea"/>
        <a:cs typeface="+mn-cs"/>
      </a:defRPr>
    </a:lvl4pPr>
    <a:lvl5pPr marL="18288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Arial" panose="020B0704020202020204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946828" name="Folienbildplatzhalt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02867203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41743418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5EB2B633-7BEC-49A7-B3BF-92E0C7E450E6}" type="slidenum">
              <a:rPr lang="de-DE"/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32304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3777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12122757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FDF7B2-D31A-F20C-89ED-80ADFBC034B1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84020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739115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1943286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1FBFE6-B6EF-4969-0F20-A7B390CB9CB9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53217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16390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16734763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15E83-2554-AFFF-9315-394E5E7602CD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73ADF-4C80-A23C-CD53-7BA5969F54BE}" type="slidenum">
              <a:rPr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Siegma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977595" name="Titelplatzhalter 25"/>
          <p:cNvSpPr>
            <a:spLocks noGrp="1"/>
          </p:cNvSpPr>
          <p:nvPr>
            <p:ph type="title" hasCustomPrompt="1"/>
          </p:nvPr>
        </p:nvSpPr>
        <p:spPr bwMode="auto">
          <a:xfrm>
            <a:off x="2387600" y="266700"/>
            <a:ext cx="9504363" cy="8937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2. Meilenstein: Design</a:t>
            </a:r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Adelsber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96516" name="Titelplatzhalter 25"/>
          <p:cNvSpPr>
            <a:spLocks noGrp="1"/>
          </p:cNvSpPr>
          <p:nvPr>
            <p:ph type="title"/>
          </p:nvPr>
        </p:nvSpPr>
        <p:spPr bwMode="auto">
          <a:xfrm>
            <a:off x="2387600" y="266700"/>
            <a:ext cx="9504362" cy="8937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613030172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4963" y="1776095"/>
            <a:ext cx="11557000" cy="44894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704020202020204"/>
              <a:buNone/>
              <a:defRPr sz="2400" b="1">
                <a:solidFill>
                  <a:schemeClr val="tx1"/>
                </a:solidFill>
                <a:latin typeface="Roboto" panose="02000000000000000000"/>
                <a:ea typeface="Roboto" panose="02000000000000000000"/>
              </a:defRPr>
            </a:lvl1pPr>
            <a:lvl2pPr>
              <a:defRPr sz="2400">
                <a:latin typeface="Roboto" panose="02000000000000000000"/>
                <a:ea typeface="Roboto" panose="02000000000000000000"/>
              </a:defRPr>
            </a:lvl2pPr>
            <a:lvl3pPr>
              <a:defRPr sz="2000">
                <a:latin typeface="Roboto" panose="02000000000000000000"/>
                <a:ea typeface="Roboto" panose="02000000000000000000"/>
              </a:defRPr>
            </a:lvl3pPr>
            <a:lvl4pPr>
              <a:defRPr sz="2000">
                <a:latin typeface="Roboto" panose="02000000000000000000"/>
                <a:ea typeface="Roboto" panose="02000000000000000000"/>
              </a:defRPr>
            </a:lvl4pPr>
            <a:lvl5pPr>
              <a:defRPr sz="2000">
                <a:latin typeface="Roboto" panose="02000000000000000000"/>
                <a:ea typeface="Roboto" panose="02000000000000000000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 lang="de-DE"/>
          </a:p>
        </p:txBody>
      </p:sp>
      <p:sp>
        <p:nvSpPr>
          <p:cNvPr id="1985899875" name="Bildplatzhalter 2"/>
          <p:cNvSpPr>
            <a:spLocks noGrp="1"/>
          </p:cNvSpPr>
          <p:nvPr>
            <p:ph type="pic" sz="quarter" idx="10"/>
          </p:nvPr>
        </p:nvSpPr>
        <p:spPr bwMode="auto">
          <a:xfrm>
            <a:off x="0" y="2420938"/>
            <a:ext cx="2711450" cy="2440622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/>
                <a:ea typeface="Roboto" panose="02000000000000000000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DE"/>
          </a:p>
        </p:txBody>
      </p:sp>
      <p:sp>
        <p:nvSpPr>
          <p:cNvPr id="2127997667" name="Bildplatzhalter 2"/>
          <p:cNvSpPr>
            <a:spLocks noGrp="1"/>
          </p:cNvSpPr>
          <p:nvPr>
            <p:ph type="pic" sz="quarter" idx="14"/>
          </p:nvPr>
        </p:nvSpPr>
        <p:spPr bwMode="auto">
          <a:xfrm>
            <a:off x="2711450" y="2420938"/>
            <a:ext cx="5225098" cy="2440622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/>
                <a:ea typeface="Roboto" panose="02000000000000000000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DE"/>
          </a:p>
        </p:txBody>
      </p:sp>
      <p:sp>
        <p:nvSpPr>
          <p:cNvPr id="1030934261" name="Bildplatzhalter 2"/>
          <p:cNvSpPr>
            <a:spLocks noGrp="1"/>
          </p:cNvSpPr>
          <p:nvPr>
            <p:ph type="pic" sz="quarter" idx="15"/>
          </p:nvPr>
        </p:nvSpPr>
        <p:spPr bwMode="auto">
          <a:xfrm>
            <a:off x="7940040" y="2420938"/>
            <a:ext cx="4251960" cy="2440622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/>
                <a:ea typeface="Roboto" panose="02000000000000000000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DE"/>
          </a:p>
        </p:txBody>
      </p:sp>
      <p:sp>
        <p:nvSpPr>
          <p:cNvPr id="14179753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334963" y="5200967"/>
            <a:ext cx="1404937" cy="9998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000">
                <a:latin typeface="Roboto" panose="02000000000000000000"/>
                <a:ea typeface="Roboto" panose="02000000000000000000"/>
              </a:defRPr>
            </a:lvl1pPr>
          </a:lstStyle>
          <a:p>
            <a:pPr>
              <a:defRPr/>
            </a:pPr>
            <a:r>
              <a:rPr lang="de-DE"/>
              <a:t>Logo</a:t>
            </a:r>
            <a:endParaRPr lang="de-DE"/>
          </a:p>
        </p:txBody>
      </p:sp>
      <p:sp>
        <p:nvSpPr>
          <p:cNvPr id="1032862780" name="Textplatzhalter 7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2387601" y="5139267"/>
            <a:ext cx="9504362" cy="10615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>
                <a:latin typeface="Roboto" panose="02000000000000000000"/>
                <a:ea typeface="Roboto" panose="02000000000000000000"/>
              </a:defRPr>
            </a:lvl1pPr>
            <a:lvl2pPr>
              <a:defRPr sz="2400">
                <a:latin typeface="Roboto" panose="02000000000000000000"/>
                <a:ea typeface="Roboto" panose="02000000000000000000"/>
              </a:defRPr>
            </a:lvl2pPr>
            <a:lvl3pPr>
              <a:defRPr sz="2000">
                <a:latin typeface="Roboto" panose="02000000000000000000"/>
                <a:ea typeface="Roboto" panose="02000000000000000000"/>
              </a:defRPr>
            </a:lvl3pPr>
            <a:lvl4pPr>
              <a:defRPr sz="2000">
                <a:latin typeface="Roboto" panose="02000000000000000000"/>
                <a:ea typeface="Roboto" panose="02000000000000000000"/>
              </a:defRPr>
            </a:lvl4pPr>
            <a:lvl5pPr>
              <a:defRPr sz="2000">
                <a:latin typeface="Roboto" panose="02000000000000000000"/>
                <a:ea typeface="Roboto" panose="02000000000000000000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Glös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190458" name="Titelplatzhalter 25"/>
          <p:cNvSpPr>
            <a:spLocks noGrp="1"/>
          </p:cNvSpPr>
          <p:nvPr>
            <p:ph type="title"/>
          </p:nvPr>
        </p:nvSpPr>
        <p:spPr bwMode="auto">
          <a:xfrm>
            <a:off x="2387600" y="266700"/>
            <a:ext cx="9504362" cy="8937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217874115" name="Bildplatzhalter 4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334963" y="1844675"/>
            <a:ext cx="1404937" cy="138112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000">
                <a:latin typeface="Roboto" panose="02000000000000000000"/>
                <a:ea typeface="Roboto" panose="02000000000000000000"/>
              </a:defRPr>
            </a:lvl1pPr>
          </a:lstStyle>
          <a:p>
            <a:pPr>
              <a:defRPr/>
            </a:pPr>
            <a:r>
              <a:rPr lang="de-DE"/>
              <a:t>Logo</a:t>
            </a:r>
            <a:endParaRPr lang="de-DE"/>
          </a:p>
        </p:txBody>
      </p:sp>
      <p:sp>
        <p:nvSpPr>
          <p:cNvPr id="1953073824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711449" y="1775461"/>
            <a:ext cx="9180513" cy="5181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704020202020204"/>
              <a:buNone/>
              <a:defRPr sz="2400" b="1">
                <a:solidFill>
                  <a:schemeClr val="tx1"/>
                </a:solidFill>
                <a:latin typeface="Roboto" panose="02000000000000000000"/>
                <a:ea typeface="Roboto" panose="02000000000000000000"/>
              </a:defRPr>
            </a:lvl1pPr>
            <a:lvl2pPr>
              <a:defRPr sz="2400">
                <a:latin typeface="Roboto" panose="02000000000000000000"/>
                <a:ea typeface="Roboto" panose="02000000000000000000"/>
              </a:defRPr>
            </a:lvl2pPr>
            <a:lvl3pPr>
              <a:defRPr sz="2000">
                <a:latin typeface="Roboto" panose="02000000000000000000"/>
                <a:ea typeface="Roboto" panose="02000000000000000000"/>
              </a:defRPr>
            </a:lvl3pPr>
            <a:lvl4pPr>
              <a:defRPr sz="2000">
                <a:latin typeface="Roboto" panose="02000000000000000000"/>
                <a:ea typeface="Roboto" panose="02000000000000000000"/>
              </a:defRPr>
            </a:lvl4pPr>
            <a:lvl5pPr>
              <a:defRPr sz="2000">
                <a:latin typeface="Roboto" panose="02000000000000000000"/>
                <a:ea typeface="Roboto" panose="02000000000000000000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 lang="de-DE"/>
          </a:p>
        </p:txBody>
      </p:sp>
      <p:sp>
        <p:nvSpPr>
          <p:cNvPr id="898020307" name="Bildplatzhalter 2"/>
          <p:cNvSpPr>
            <a:spLocks noGrp="1"/>
          </p:cNvSpPr>
          <p:nvPr>
            <p:ph type="pic" sz="quarter" idx="10"/>
          </p:nvPr>
        </p:nvSpPr>
        <p:spPr bwMode="auto">
          <a:xfrm>
            <a:off x="2711450" y="2420938"/>
            <a:ext cx="9480550" cy="4096740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/>
                <a:ea typeface="Roboto" panose="02000000000000000000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Kaßber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499537" name="Titelplatzhalter 25"/>
          <p:cNvSpPr>
            <a:spLocks noGrp="1"/>
          </p:cNvSpPr>
          <p:nvPr>
            <p:ph type="title"/>
          </p:nvPr>
        </p:nvSpPr>
        <p:spPr bwMode="auto">
          <a:xfrm>
            <a:off x="2387600" y="266700"/>
            <a:ext cx="9504363" cy="8937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2027688606" name="Bildplatzhalter 2"/>
          <p:cNvSpPr>
            <a:spLocks noGrp="1"/>
          </p:cNvSpPr>
          <p:nvPr>
            <p:ph type="pic" sz="quarter" idx="14"/>
          </p:nvPr>
        </p:nvSpPr>
        <p:spPr bwMode="auto">
          <a:xfrm>
            <a:off x="0" y="1484313"/>
            <a:ext cx="3169920" cy="318674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/>
                <a:ea typeface="Roboto" panose="02000000000000000000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DE"/>
          </a:p>
        </p:txBody>
      </p:sp>
      <p:sp>
        <p:nvSpPr>
          <p:cNvPr id="2068956513" name="Bildplatzhalter 2"/>
          <p:cNvSpPr>
            <a:spLocks noGrp="1"/>
          </p:cNvSpPr>
          <p:nvPr>
            <p:ph type="pic" sz="quarter" idx="10"/>
          </p:nvPr>
        </p:nvSpPr>
        <p:spPr bwMode="auto">
          <a:xfrm>
            <a:off x="3177540" y="1484313"/>
            <a:ext cx="4930140" cy="318674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/>
                <a:ea typeface="Roboto" panose="02000000000000000000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DE"/>
          </a:p>
        </p:txBody>
      </p:sp>
      <p:sp>
        <p:nvSpPr>
          <p:cNvPr id="171073358" name="Bildplatzhalter 2"/>
          <p:cNvSpPr>
            <a:spLocks noGrp="1"/>
          </p:cNvSpPr>
          <p:nvPr>
            <p:ph type="pic" sz="quarter" idx="15"/>
          </p:nvPr>
        </p:nvSpPr>
        <p:spPr bwMode="auto">
          <a:xfrm>
            <a:off x="8115300" y="1484313"/>
            <a:ext cx="4076699" cy="318674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/>
                <a:ea typeface="Roboto" panose="02000000000000000000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DE"/>
          </a:p>
        </p:txBody>
      </p:sp>
      <p:sp>
        <p:nvSpPr>
          <p:cNvPr id="1081539112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4963" y="4938395"/>
            <a:ext cx="11557000" cy="1262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704020202020204"/>
              <a:buNone/>
              <a:defRPr sz="2400" b="1">
                <a:solidFill>
                  <a:schemeClr val="tx1"/>
                </a:solidFill>
                <a:latin typeface="Roboto" panose="02000000000000000000"/>
                <a:ea typeface="Roboto" panose="02000000000000000000"/>
              </a:defRPr>
            </a:lvl1pPr>
            <a:lvl2pPr>
              <a:defRPr sz="2400">
                <a:latin typeface="Roboto" panose="02000000000000000000"/>
                <a:ea typeface="Roboto" panose="02000000000000000000"/>
              </a:defRPr>
            </a:lvl2pPr>
            <a:lvl3pPr>
              <a:defRPr sz="2000">
                <a:latin typeface="Roboto" panose="02000000000000000000"/>
                <a:ea typeface="Roboto" panose="02000000000000000000"/>
              </a:defRPr>
            </a:lvl3pPr>
            <a:lvl4pPr>
              <a:defRPr sz="2000">
                <a:latin typeface="Roboto" panose="02000000000000000000"/>
                <a:ea typeface="Roboto" panose="02000000000000000000"/>
              </a:defRPr>
            </a:lvl4pPr>
            <a:lvl5pPr>
              <a:defRPr sz="2000">
                <a:latin typeface="Roboto" panose="02000000000000000000"/>
                <a:ea typeface="Roboto" panose="02000000000000000000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Reichenhai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1871929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8" cy="468314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normAutofit fontScale="90000" lnSpcReduction="2000"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2. Meilenstein: Design</a:t>
            </a:r>
            <a:endParaRPr lang="de-DE" sz="2800" b="1" i="0" u="none" strike="noStrike" cap="none" spc="0">
              <a:solidFill>
                <a:schemeClr val="bg1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246179777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704020202020204"/>
              <a:buNone/>
              <a:defRPr sz="2400" b="1">
                <a:solidFill>
                  <a:schemeClr val="tx1"/>
                </a:solidFill>
                <a:latin typeface="Roboto" panose="02000000000000000000"/>
                <a:ea typeface="Roboto" panose="02000000000000000000"/>
              </a:defRPr>
            </a:lvl1pPr>
            <a:lvl2pPr>
              <a:defRPr sz="2400">
                <a:latin typeface="Roboto" panose="02000000000000000000"/>
                <a:ea typeface="Roboto" panose="02000000000000000000"/>
              </a:defRPr>
            </a:lvl2pPr>
            <a:lvl3pPr>
              <a:defRPr sz="2000">
                <a:latin typeface="Roboto" panose="02000000000000000000"/>
                <a:ea typeface="Roboto" panose="02000000000000000000"/>
              </a:defRPr>
            </a:lvl3pPr>
            <a:lvl4pPr>
              <a:defRPr sz="2000">
                <a:latin typeface="Roboto" panose="02000000000000000000"/>
                <a:ea typeface="Roboto" panose="02000000000000000000"/>
              </a:defRPr>
            </a:lvl4pPr>
            <a:lvl5pPr>
              <a:defRPr sz="2000">
                <a:latin typeface="Roboto" panose="02000000000000000000"/>
                <a:ea typeface="Roboto" panose="02000000000000000000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 lang="de-DE"/>
          </a:p>
        </p:txBody>
      </p:sp>
      <p:sp>
        <p:nvSpPr>
          <p:cNvPr id="1316139454" name="Textplatzhalter 7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92088" y="1996440"/>
            <a:ext cx="11807825" cy="43487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/>
                <a:ea typeface="Roboto" panose="02000000000000000000"/>
              </a:defRPr>
            </a:lvl1pPr>
            <a:lvl2pPr>
              <a:defRPr sz="2000">
                <a:latin typeface="Roboto" panose="02000000000000000000"/>
                <a:ea typeface="Roboto" panose="02000000000000000000"/>
              </a:defRPr>
            </a:lvl2pPr>
            <a:lvl3pPr>
              <a:defRPr sz="2000">
                <a:latin typeface="Roboto" panose="02000000000000000000"/>
                <a:ea typeface="Roboto" panose="02000000000000000000"/>
              </a:defRPr>
            </a:lvl3pPr>
            <a:lvl4pPr>
              <a:defRPr sz="2000">
                <a:latin typeface="Roboto" panose="02000000000000000000"/>
                <a:ea typeface="Roboto" panose="02000000000000000000"/>
              </a:defRPr>
            </a:lvl4pPr>
            <a:lvl5pPr>
              <a:defRPr sz="2000">
                <a:latin typeface="Roboto" panose="02000000000000000000"/>
                <a:ea typeface="Roboto" panose="02000000000000000000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 lang="de-DE"/>
          </a:p>
          <a:p>
            <a:pPr lvl="1">
              <a:defRPr/>
            </a:pPr>
            <a:r>
              <a:rPr lang="de-DE"/>
              <a:t>Zweite Ebene</a:t>
            </a:r>
            <a:endParaRPr lang="de-DE"/>
          </a:p>
          <a:p>
            <a:pPr lvl="2">
              <a:defRPr/>
            </a:pPr>
            <a:r>
              <a:rPr lang="de-DE"/>
              <a:t>Dritte Ebene</a:t>
            </a:r>
            <a:endParaRPr lang="de-DE"/>
          </a:p>
          <a:p>
            <a:pPr lvl="3">
              <a:defRPr/>
            </a:pPr>
            <a:r>
              <a:rPr lang="de-DE"/>
              <a:t>Vierte Ebene</a:t>
            </a:r>
            <a:endParaRPr lang="de-DE"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Eub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599185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105936"/>
            <a:ext cx="10656888" cy="468314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normAutofit fontScale="90000" lnSpcReduction="2000"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2. Meilenstein: Design</a:t>
            </a:r>
            <a:endParaRPr lang="de-DE" sz="2800" b="1" i="0" u="none" strike="noStrike" cap="none" spc="0">
              <a:solidFill>
                <a:schemeClr val="bg1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107148828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704020202020204"/>
              <a:buNone/>
              <a:defRPr sz="2400" b="1">
                <a:solidFill>
                  <a:schemeClr val="tx1"/>
                </a:solidFill>
                <a:latin typeface="Roboto" panose="02000000000000000000"/>
                <a:ea typeface="Roboto" panose="02000000000000000000"/>
              </a:defRPr>
            </a:lvl1pPr>
            <a:lvl2pPr>
              <a:defRPr sz="2400">
                <a:latin typeface="Roboto" panose="02000000000000000000"/>
                <a:ea typeface="Roboto" panose="02000000000000000000"/>
              </a:defRPr>
            </a:lvl2pPr>
            <a:lvl3pPr>
              <a:defRPr sz="2000">
                <a:latin typeface="Roboto" panose="02000000000000000000"/>
                <a:ea typeface="Roboto" panose="02000000000000000000"/>
              </a:defRPr>
            </a:lvl3pPr>
            <a:lvl4pPr>
              <a:defRPr sz="2000">
                <a:latin typeface="Roboto" panose="02000000000000000000"/>
                <a:ea typeface="Roboto" panose="02000000000000000000"/>
              </a:defRPr>
            </a:lvl4pPr>
            <a:lvl5pPr>
              <a:defRPr sz="2000">
                <a:latin typeface="Roboto" panose="02000000000000000000"/>
                <a:ea typeface="Roboto" panose="02000000000000000000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 lang="de-DE"/>
          </a:p>
        </p:txBody>
      </p:sp>
      <p:sp>
        <p:nvSpPr>
          <p:cNvPr id="1917540452" name="Bildplatzhalter 2"/>
          <p:cNvSpPr>
            <a:spLocks noGrp="1"/>
          </p:cNvSpPr>
          <p:nvPr>
            <p:ph type="pic" sz="quarter" idx="10"/>
          </p:nvPr>
        </p:nvSpPr>
        <p:spPr bwMode="auto">
          <a:xfrm>
            <a:off x="192089" y="2060575"/>
            <a:ext cx="5795962" cy="4284663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/>
                <a:ea typeface="Roboto" panose="02000000000000000000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DE"/>
          </a:p>
        </p:txBody>
      </p:sp>
      <p:sp>
        <p:nvSpPr>
          <p:cNvPr id="2018067510" name="Textplatzhalter 7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03950" y="2060574"/>
            <a:ext cx="5795963" cy="42846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latin typeface="Roboto" panose="02000000000000000000"/>
                <a:ea typeface="Roboto" panose="02000000000000000000"/>
              </a:defRPr>
            </a:lvl1pPr>
            <a:lvl2pPr>
              <a:defRPr sz="2400">
                <a:latin typeface="Roboto" panose="02000000000000000000"/>
                <a:ea typeface="Roboto" panose="02000000000000000000"/>
              </a:defRPr>
            </a:lvl2pPr>
            <a:lvl3pPr>
              <a:defRPr sz="2000">
                <a:latin typeface="Roboto" panose="02000000000000000000"/>
                <a:ea typeface="Roboto" panose="02000000000000000000"/>
              </a:defRPr>
            </a:lvl3pPr>
            <a:lvl4pPr>
              <a:defRPr sz="2000">
                <a:latin typeface="Roboto" panose="02000000000000000000"/>
                <a:ea typeface="Roboto" panose="02000000000000000000"/>
              </a:defRPr>
            </a:lvl4pPr>
            <a:lvl5pPr>
              <a:defRPr sz="2000">
                <a:latin typeface="Roboto" panose="02000000000000000000"/>
                <a:ea typeface="Roboto" panose="02000000000000000000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 lang="de-DE"/>
          </a:p>
          <a:p>
            <a:pPr lvl="1">
              <a:defRPr/>
            </a:pPr>
            <a:r>
              <a:rPr lang="de-DE"/>
              <a:t>Zweite Ebene</a:t>
            </a:r>
            <a:endParaRPr lang="de-DE"/>
          </a:p>
          <a:p>
            <a:pPr lvl="2">
              <a:defRPr/>
            </a:pPr>
            <a:r>
              <a:rPr lang="de-DE"/>
              <a:t>Dritte Ebene</a:t>
            </a:r>
            <a:endParaRPr lang="de-DE"/>
          </a:p>
          <a:p>
            <a:pPr lvl="3">
              <a:defRPr/>
            </a:pPr>
            <a:r>
              <a:rPr lang="de-DE"/>
              <a:t>Vierte Ebene</a:t>
            </a:r>
            <a:endParaRPr lang="de-DE"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Einsied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622638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100128"/>
            <a:ext cx="10656888" cy="468314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normAutofit fontScale="90000" lnSpcReduction="2000"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2. Meilenstein: Design</a:t>
            </a:r>
            <a:endParaRPr sz="2800"/>
          </a:p>
          <a:p>
            <a:pPr>
              <a:defRPr/>
            </a:pPr>
          </a:p>
        </p:txBody>
      </p:sp>
      <p:sp>
        <p:nvSpPr>
          <p:cNvPr id="33540676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704020202020204"/>
              <a:buNone/>
              <a:defRPr sz="2400" b="1">
                <a:solidFill>
                  <a:schemeClr val="tx1"/>
                </a:solidFill>
                <a:latin typeface="Roboto" panose="02000000000000000000"/>
                <a:ea typeface="Roboto" panose="02000000000000000000"/>
              </a:defRPr>
            </a:lvl1pPr>
            <a:lvl2pPr>
              <a:defRPr sz="2400">
                <a:latin typeface="Roboto" panose="02000000000000000000"/>
                <a:ea typeface="Roboto" panose="02000000000000000000"/>
              </a:defRPr>
            </a:lvl2pPr>
            <a:lvl3pPr>
              <a:defRPr sz="2000">
                <a:latin typeface="Roboto" panose="02000000000000000000"/>
                <a:ea typeface="Roboto" panose="02000000000000000000"/>
              </a:defRPr>
            </a:lvl3pPr>
            <a:lvl4pPr>
              <a:defRPr sz="2000">
                <a:latin typeface="Roboto" panose="02000000000000000000"/>
                <a:ea typeface="Roboto" panose="02000000000000000000"/>
              </a:defRPr>
            </a:lvl4pPr>
            <a:lvl5pPr>
              <a:defRPr sz="2000">
                <a:latin typeface="Roboto" panose="02000000000000000000"/>
                <a:ea typeface="Roboto" panose="02000000000000000000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 lang="de-DE"/>
          </a:p>
        </p:txBody>
      </p:sp>
      <p:sp>
        <p:nvSpPr>
          <p:cNvPr id="1460799450" name="Bildplatzhalter 2"/>
          <p:cNvSpPr>
            <a:spLocks noGrp="1"/>
          </p:cNvSpPr>
          <p:nvPr>
            <p:ph type="pic" sz="quarter" idx="10"/>
          </p:nvPr>
        </p:nvSpPr>
        <p:spPr bwMode="auto">
          <a:xfrm>
            <a:off x="192089" y="2060575"/>
            <a:ext cx="5795962" cy="2366645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/>
                <a:ea typeface="Roboto" panose="02000000000000000000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DE"/>
          </a:p>
        </p:txBody>
      </p:sp>
      <p:sp>
        <p:nvSpPr>
          <p:cNvPr id="1698572443" name="Textplatzhalter 7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92088" y="4618672"/>
            <a:ext cx="5795962" cy="17265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Roboto" panose="02000000000000000000"/>
                <a:ea typeface="Roboto" panose="02000000000000000000"/>
              </a:defRPr>
            </a:lvl1pPr>
            <a:lvl2pPr>
              <a:defRPr sz="2000">
                <a:latin typeface="Roboto" panose="02000000000000000000"/>
                <a:ea typeface="Roboto" panose="02000000000000000000"/>
              </a:defRPr>
            </a:lvl2pPr>
            <a:lvl3pPr>
              <a:defRPr sz="2000">
                <a:latin typeface="Roboto" panose="02000000000000000000"/>
                <a:ea typeface="Roboto" panose="02000000000000000000"/>
              </a:defRPr>
            </a:lvl3pPr>
            <a:lvl4pPr>
              <a:defRPr sz="2000">
                <a:latin typeface="Roboto" panose="02000000000000000000"/>
                <a:ea typeface="Roboto" panose="02000000000000000000"/>
              </a:defRPr>
            </a:lvl4pPr>
            <a:lvl5pPr>
              <a:defRPr sz="2000">
                <a:latin typeface="Roboto" panose="02000000000000000000"/>
                <a:ea typeface="Roboto" panose="02000000000000000000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 lang="de-DE"/>
          </a:p>
          <a:p>
            <a:pPr lvl="1">
              <a:defRPr/>
            </a:pPr>
            <a:r>
              <a:rPr lang="de-DE"/>
              <a:t>Zweite Ebene</a:t>
            </a:r>
            <a:endParaRPr lang="de-DE"/>
          </a:p>
        </p:txBody>
      </p:sp>
      <p:sp>
        <p:nvSpPr>
          <p:cNvPr id="1906996071" name="Bildplatzhalter 2"/>
          <p:cNvSpPr>
            <a:spLocks noGrp="1"/>
          </p:cNvSpPr>
          <p:nvPr>
            <p:ph type="pic" sz="quarter" idx="15"/>
          </p:nvPr>
        </p:nvSpPr>
        <p:spPr bwMode="auto">
          <a:xfrm>
            <a:off x="6203951" y="2060575"/>
            <a:ext cx="5795962" cy="2366645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/>
                <a:ea typeface="Roboto" panose="02000000000000000000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DE"/>
          </a:p>
        </p:txBody>
      </p:sp>
      <p:sp>
        <p:nvSpPr>
          <p:cNvPr id="1214527808" name="Textplatzhalter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6203950" y="4618672"/>
            <a:ext cx="5795962" cy="17265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/>
                <a:ea typeface="Roboto" panose="02000000000000000000"/>
              </a:defRPr>
            </a:lvl1pPr>
            <a:lvl2pPr>
              <a:defRPr sz="2000">
                <a:latin typeface="Roboto" panose="02000000000000000000"/>
                <a:ea typeface="Roboto" panose="02000000000000000000"/>
              </a:defRPr>
            </a:lvl2pPr>
            <a:lvl3pPr>
              <a:defRPr sz="2000">
                <a:latin typeface="Roboto" panose="02000000000000000000"/>
                <a:ea typeface="Roboto" panose="02000000000000000000"/>
              </a:defRPr>
            </a:lvl3pPr>
            <a:lvl4pPr>
              <a:defRPr sz="2000">
                <a:latin typeface="Roboto" panose="02000000000000000000"/>
                <a:ea typeface="Roboto" panose="02000000000000000000"/>
              </a:defRPr>
            </a:lvl4pPr>
            <a:lvl5pPr>
              <a:defRPr sz="2000">
                <a:latin typeface="Roboto" panose="02000000000000000000"/>
                <a:ea typeface="Roboto" panose="02000000000000000000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 lang="de-DE"/>
          </a:p>
          <a:p>
            <a:pPr lvl="1">
              <a:defRPr/>
            </a:pPr>
            <a:r>
              <a:rPr lang="de-DE"/>
              <a:t>Zweite Ebene</a:t>
            </a:r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Rabenstei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584123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88512"/>
            <a:ext cx="10656888" cy="468314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normAutofit fontScale="90000" lnSpcReduction="2000"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Softwareengineering WS 25/26</a:t>
            </a:r>
            <a:br>
              <a:rPr lang="de-DE" sz="2800" b="1" i="0" u="none" strike="noStrike" cap="none" spc="0">
                <a:solidFill>
                  <a:schemeClr val="bg1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</a:br>
            <a:r>
              <a:rPr lang="de-DE" sz="2800" b="1" i="0" u="none" strike="noStrike" cap="none" spc="0">
                <a:solidFill>
                  <a:schemeClr val="bg1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2. Meilenstein: Design</a:t>
            </a:r>
            <a:endParaRPr sz="2800"/>
          </a:p>
          <a:p>
            <a:pPr>
              <a:defRPr/>
            </a:pPr>
          </a:p>
        </p:txBody>
      </p:sp>
      <p:sp>
        <p:nvSpPr>
          <p:cNvPr id="276316257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704020202020204"/>
              <a:buNone/>
              <a:defRPr sz="2400" b="1">
                <a:solidFill>
                  <a:schemeClr val="tx1"/>
                </a:solidFill>
                <a:latin typeface="Roboto" panose="02000000000000000000"/>
                <a:ea typeface="Roboto" panose="02000000000000000000"/>
              </a:defRPr>
            </a:lvl1pPr>
            <a:lvl2pPr>
              <a:defRPr sz="2400">
                <a:latin typeface="Roboto" panose="02000000000000000000"/>
                <a:ea typeface="Roboto" panose="02000000000000000000"/>
              </a:defRPr>
            </a:lvl2pPr>
            <a:lvl3pPr>
              <a:defRPr sz="2000">
                <a:latin typeface="Roboto" panose="02000000000000000000"/>
                <a:ea typeface="Roboto" panose="02000000000000000000"/>
              </a:defRPr>
            </a:lvl3pPr>
            <a:lvl4pPr>
              <a:defRPr sz="2000">
                <a:latin typeface="Roboto" panose="02000000000000000000"/>
                <a:ea typeface="Roboto" panose="02000000000000000000"/>
              </a:defRPr>
            </a:lvl4pPr>
            <a:lvl5pPr>
              <a:defRPr sz="2000">
                <a:latin typeface="Roboto" panose="02000000000000000000"/>
                <a:ea typeface="Roboto" panose="02000000000000000000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 lang="de-DE"/>
          </a:p>
        </p:txBody>
      </p:sp>
      <p:sp>
        <p:nvSpPr>
          <p:cNvPr id="1604846507" name="Bildplatzhalter 2"/>
          <p:cNvSpPr>
            <a:spLocks noGrp="1"/>
          </p:cNvSpPr>
          <p:nvPr>
            <p:ph type="pic" sz="quarter" idx="10"/>
          </p:nvPr>
        </p:nvSpPr>
        <p:spPr bwMode="auto">
          <a:xfrm>
            <a:off x="192089" y="2060575"/>
            <a:ext cx="3708399" cy="4284663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/>
                <a:ea typeface="Roboto" panose="02000000000000000000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DE"/>
          </a:p>
        </p:txBody>
      </p:sp>
      <p:sp>
        <p:nvSpPr>
          <p:cNvPr id="2044199128" name="Textplatzhalter 7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116387" y="2060574"/>
            <a:ext cx="7883525" cy="42846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/>
                <a:ea typeface="Roboto" panose="02000000000000000000"/>
              </a:defRPr>
            </a:lvl1pPr>
            <a:lvl2pPr>
              <a:defRPr sz="2000">
                <a:latin typeface="Roboto" panose="02000000000000000000"/>
                <a:ea typeface="Roboto" panose="02000000000000000000"/>
              </a:defRPr>
            </a:lvl2pPr>
            <a:lvl3pPr>
              <a:defRPr sz="2000">
                <a:latin typeface="Roboto" panose="02000000000000000000"/>
                <a:ea typeface="Roboto" panose="02000000000000000000"/>
              </a:defRPr>
            </a:lvl3pPr>
            <a:lvl4pPr>
              <a:defRPr sz="2000">
                <a:latin typeface="Roboto" panose="02000000000000000000"/>
                <a:ea typeface="Roboto" panose="02000000000000000000"/>
              </a:defRPr>
            </a:lvl4pPr>
            <a:lvl5pPr>
              <a:defRPr sz="2000">
                <a:latin typeface="Roboto" panose="02000000000000000000"/>
                <a:ea typeface="Roboto" panose="02000000000000000000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 lang="de-DE"/>
          </a:p>
          <a:p>
            <a:pPr lvl="1">
              <a:defRPr/>
            </a:pPr>
            <a:r>
              <a:rPr lang="de-DE"/>
              <a:t>Zweite Ebene</a:t>
            </a:r>
            <a:endParaRPr lang="de-DE"/>
          </a:p>
          <a:p>
            <a:pPr lvl="2">
              <a:defRPr/>
            </a:pPr>
            <a:r>
              <a:rPr lang="de-DE"/>
              <a:t>Dritte Ebene</a:t>
            </a:r>
            <a:endParaRPr lang="de-DE"/>
          </a:p>
          <a:p>
            <a:pPr lvl="3">
              <a:defRPr/>
            </a:pPr>
            <a:r>
              <a:rPr lang="de-DE"/>
              <a:t>Vierte Ebene</a:t>
            </a:r>
            <a:endParaRPr lang="de-DE"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Erfenschla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0006655" name="Titel 3"/>
          <p:cNvSpPr>
            <a:spLocks noGrp="1"/>
          </p:cNvSpPr>
          <p:nvPr>
            <p:ph type="title"/>
          </p:nvPr>
        </p:nvSpPr>
        <p:spPr bwMode="auto"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434969600" name="Bildplatzhalter 4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92088" y="908050"/>
            <a:ext cx="790576" cy="92837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000">
                <a:latin typeface="Roboto" panose="02000000000000000000"/>
                <a:ea typeface="Roboto" panose="02000000000000000000"/>
              </a:defRPr>
            </a:lvl1pPr>
          </a:lstStyle>
          <a:p>
            <a:pPr>
              <a:defRPr/>
            </a:pPr>
            <a:r>
              <a:rPr lang="de-DE"/>
              <a:t>Logo</a:t>
            </a:r>
            <a:endParaRPr lang="de-DE"/>
          </a:p>
        </p:txBody>
      </p:sp>
      <p:sp>
        <p:nvSpPr>
          <p:cNvPr id="118457774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558925" y="908050"/>
            <a:ext cx="10440988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704020202020204"/>
              <a:buNone/>
              <a:defRPr sz="2400" b="1">
                <a:solidFill>
                  <a:schemeClr val="tx1"/>
                </a:solidFill>
                <a:latin typeface="Roboto" panose="02000000000000000000"/>
                <a:ea typeface="Roboto" panose="02000000000000000000"/>
              </a:defRPr>
            </a:lvl1pPr>
            <a:lvl2pPr>
              <a:defRPr sz="2400">
                <a:latin typeface="Roboto" panose="02000000000000000000"/>
                <a:ea typeface="Roboto" panose="02000000000000000000"/>
              </a:defRPr>
            </a:lvl2pPr>
            <a:lvl3pPr>
              <a:defRPr sz="2000">
                <a:latin typeface="Roboto" panose="02000000000000000000"/>
                <a:ea typeface="Roboto" panose="02000000000000000000"/>
              </a:defRPr>
            </a:lvl3pPr>
            <a:lvl4pPr>
              <a:defRPr sz="2000">
                <a:latin typeface="Roboto" panose="02000000000000000000"/>
                <a:ea typeface="Roboto" panose="02000000000000000000"/>
              </a:defRPr>
            </a:lvl4pPr>
            <a:lvl5pPr>
              <a:defRPr sz="2000">
                <a:latin typeface="Roboto" panose="02000000000000000000"/>
                <a:ea typeface="Roboto" panose="02000000000000000000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 lang="de-DE"/>
          </a:p>
        </p:txBody>
      </p:sp>
      <p:sp>
        <p:nvSpPr>
          <p:cNvPr id="1870245416" name="Textplatzhalter 7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558925" y="1996440"/>
            <a:ext cx="10440988" cy="43487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latin typeface="Roboto" panose="02000000000000000000"/>
                <a:ea typeface="Roboto" panose="02000000000000000000"/>
              </a:defRPr>
            </a:lvl1pPr>
            <a:lvl2pPr>
              <a:defRPr sz="2400">
                <a:latin typeface="Roboto" panose="02000000000000000000"/>
                <a:ea typeface="Roboto" panose="02000000000000000000"/>
              </a:defRPr>
            </a:lvl2pPr>
            <a:lvl3pPr>
              <a:defRPr sz="2000">
                <a:latin typeface="Roboto" panose="02000000000000000000"/>
                <a:ea typeface="Roboto" panose="02000000000000000000"/>
              </a:defRPr>
            </a:lvl3pPr>
            <a:lvl4pPr>
              <a:defRPr sz="2000">
                <a:latin typeface="Roboto" panose="02000000000000000000"/>
                <a:ea typeface="Roboto" panose="02000000000000000000"/>
              </a:defRPr>
            </a:lvl4pPr>
            <a:lvl5pPr>
              <a:defRPr sz="2000">
                <a:latin typeface="Roboto" panose="02000000000000000000"/>
                <a:ea typeface="Roboto" panose="02000000000000000000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 lang="de-DE"/>
          </a:p>
          <a:p>
            <a:pPr lvl="1">
              <a:defRPr/>
            </a:pPr>
            <a:r>
              <a:rPr lang="de-DE"/>
              <a:t>Zweite Ebene</a:t>
            </a:r>
            <a:endParaRPr lang="de-DE"/>
          </a:p>
          <a:p>
            <a:pPr lvl="2">
              <a:defRPr/>
            </a:pPr>
            <a:r>
              <a:rPr lang="de-DE"/>
              <a:t>Dritte Ebene</a:t>
            </a:r>
            <a:endParaRPr lang="de-DE"/>
          </a:p>
          <a:p>
            <a:pPr lvl="3">
              <a:defRPr/>
            </a:pPr>
            <a:r>
              <a:rPr lang="de-DE"/>
              <a:t>Vierte Ebene</a:t>
            </a:r>
            <a:endParaRPr lang="de-DE"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Gablenz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456080" name="Titel 3"/>
          <p:cNvSpPr>
            <a:spLocks noGrp="1"/>
          </p:cNvSpPr>
          <p:nvPr>
            <p:ph type="title"/>
          </p:nvPr>
        </p:nvSpPr>
        <p:spPr bwMode="auto"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313408715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8" y="908050"/>
            <a:ext cx="11807825" cy="4683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704020202020204"/>
              <a:buNone/>
              <a:defRPr sz="2400" b="1">
                <a:solidFill>
                  <a:schemeClr val="tx1"/>
                </a:solidFill>
                <a:latin typeface="Roboto" panose="02000000000000000000"/>
                <a:ea typeface="Roboto" panose="02000000000000000000"/>
              </a:defRPr>
            </a:lvl1pPr>
            <a:lvl2pPr>
              <a:defRPr sz="2400">
                <a:latin typeface="Roboto" panose="02000000000000000000"/>
                <a:ea typeface="Roboto" panose="02000000000000000000"/>
              </a:defRPr>
            </a:lvl2pPr>
            <a:lvl3pPr>
              <a:defRPr sz="2000">
                <a:latin typeface="Roboto" panose="02000000000000000000"/>
                <a:ea typeface="Roboto" panose="02000000000000000000"/>
              </a:defRPr>
            </a:lvl3pPr>
            <a:lvl4pPr>
              <a:defRPr sz="2000">
                <a:latin typeface="Roboto" panose="02000000000000000000"/>
                <a:ea typeface="Roboto" panose="02000000000000000000"/>
              </a:defRPr>
            </a:lvl4pPr>
            <a:lvl5pPr>
              <a:defRPr sz="2000">
                <a:latin typeface="Roboto" panose="02000000000000000000"/>
                <a:ea typeface="Roboto" panose="02000000000000000000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 lang="de-DE"/>
          </a:p>
        </p:txBody>
      </p:sp>
      <p:sp>
        <p:nvSpPr>
          <p:cNvPr id="1787496432" name="Bildplatzhalter 2"/>
          <p:cNvSpPr>
            <a:spLocks noGrp="1"/>
          </p:cNvSpPr>
          <p:nvPr>
            <p:ph type="pic" sz="quarter" idx="10"/>
          </p:nvPr>
        </p:nvSpPr>
        <p:spPr bwMode="auto">
          <a:xfrm>
            <a:off x="192088" y="1376363"/>
            <a:ext cx="3779837" cy="190785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/>
                <a:ea typeface="Roboto" panose="02000000000000000000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DE"/>
          </a:p>
        </p:txBody>
      </p:sp>
      <p:sp>
        <p:nvSpPr>
          <p:cNvPr id="1257369805" name="Textplatzhalter 7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192088" y="3497580"/>
            <a:ext cx="3779837" cy="284765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/>
                <a:ea typeface="Roboto" panose="02000000000000000000"/>
              </a:defRPr>
            </a:lvl1pPr>
            <a:lvl2pPr>
              <a:defRPr sz="2000">
                <a:latin typeface="Roboto" panose="02000000000000000000"/>
                <a:ea typeface="Roboto" panose="02000000000000000000"/>
              </a:defRPr>
            </a:lvl2pPr>
            <a:lvl3pPr>
              <a:defRPr sz="2000">
                <a:latin typeface="Roboto" panose="02000000000000000000"/>
                <a:ea typeface="Roboto" panose="02000000000000000000"/>
              </a:defRPr>
            </a:lvl3pPr>
            <a:lvl4pPr>
              <a:defRPr sz="2000">
                <a:latin typeface="Roboto" panose="02000000000000000000"/>
                <a:ea typeface="Roboto" panose="02000000000000000000"/>
              </a:defRPr>
            </a:lvl4pPr>
            <a:lvl5pPr>
              <a:defRPr sz="2000">
                <a:latin typeface="Roboto" panose="02000000000000000000"/>
                <a:ea typeface="Roboto" panose="02000000000000000000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 lang="de-DE"/>
          </a:p>
          <a:p>
            <a:pPr lvl="1">
              <a:defRPr/>
            </a:pPr>
            <a:r>
              <a:rPr lang="de-DE"/>
              <a:t>Zweite Ebene</a:t>
            </a:r>
            <a:endParaRPr lang="de-DE"/>
          </a:p>
          <a:p>
            <a:pPr lvl="2">
              <a:defRPr/>
            </a:pPr>
            <a:r>
              <a:rPr lang="de-DE"/>
              <a:t>Dritte Ebene</a:t>
            </a:r>
            <a:endParaRPr lang="de-DE"/>
          </a:p>
          <a:p>
            <a:pPr lvl="3">
              <a:defRPr/>
            </a:pPr>
            <a:r>
              <a:rPr lang="de-DE"/>
              <a:t>Vierte Ebene</a:t>
            </a:r>
            <a:endParaRPr lang="de-DE"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927158875" name="Bildplatzhalter 2"/>
          <p:cNvSpPr>
            <a:spLocks noGrp="1"/>
          </p:cNvSpPr>
          <p:nvPr>
            <p:ph type="pic" sz="quarter" idx="18"/>
          </p:nvPr>
        </p:nvSpPr>
        <p:spPr bwMode="auto">
          <a:xfrm>
            <a:off x="4151784" y="1376363"/>
            <a:ext cx="3852391" cy="190785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/>
                <a:ea typeface="Roboto" panose="02000000000000000000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DE"/>
          </a:p>
        </p:txBody>
      </p:sp>
      <p:sp>
        <p:nvSpPr>
          <p:cNvPr id="937118579" name="Textplatzhalter 7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151313" y="3497580"/>
            <a:ext cx="3852862" cy="284765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/>
                <a:ea typeface="Roboto" panose="02000000000000000000"/>
              </a:defRPr>
            </a:lvl1pPr>
            <a:lvl2pPr>
              <a:defRPr sz="2000">
                <a:latin typeface="Roboto" panose="02000000000000000000"/>
                <a:ea typeface="Roboto" panose="02000000000000000000"/>
              </a:defRPr>
            </a:lvl2pPr>
            <a:lvl3pPr>
              <a:defRPr sz="2000">
                <a:latin typeface="Roboto" panose="02000000000000000000"/>
                <a:ea typeface="Roboto" panose="02000000000000000000"/>
              </a:defRPr>
            </a:lvl3pPr>
            <a:lvl4pPr>
              <a:defRPr sz="2000">
                <a:latin typeface="Roboto" panose="02000000000000000000"/>
                <a:ea typeface="Roboto" panose="02000000000000000000"/>
              </a:defRPr>
            </a:lvl4pPr>
            <a:lvl5pPr>
              <a:defRPr sz="2000">
                <a:latin typeface="Roboto" panose="02000000000000000000"/>
                <a:ea typeface="Roboto" panose="02000000000000000000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 lang="de-DE"/>
          </a:p>
          <a:p>
            <a:pPr lvl="1">
              <a:defRPr/>
            </a:pPr>
            <a:r>
              <a:rPr lang="de-DE"/>
              <a:t>Zweite Ebene</a:t>
            </a:r>
            <a:endParaRPr lang="de-DE"/>
          </a:p>
          <a:p>
            <a:pPr lvl="2">
              <a:defRPr/>
            </a:pPr>
            <a:r>
              <a:rPr lang="de-DE"/>
              <a:t>Dritte Ebene</a:t>
            </a:r>
            <a:endParaRPr lang="de-DE"/>
          </a:p>
          <a:p>
            <a:pPr lvl="3">
              <a:defRPr/>
            </a:pPr>
            <a:r>
              <a:rPr lang="de-DE"/>
              <a:t>Vierte Ebene</a:t>
            </a:r>
            <a:endParaRPr lang="de-DE"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81996550" name="Bildplatzhalter 2"/>
          <p:cNvSpPr>
            <a:spLocks noGrp="1"/>
          </p:cNvSpPr>
          <p:nvPr>
            <p:ph type="pic" sz="quarter" idx="19"/>
          </p:nvPr>
        </p:nvSpPr>
        <p:spPr bwMode="auto">
          <a:xfrm>
            <a:off x="8184232" y="1376363"/>
            <a:ext cx="3815681" cy="190785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/>
                <a:ea typeface="Roboto" panose="02000000000000000000"/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DE"/>
          </a:p>
        </p:txBody>
      </p:sp>
      <p:sp>
        <p:nvSpPr>
          <p:cNvPr id="51999817" name="Textplatzhalter 7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183563" y="3497580"/>
            <a:ext cx="3816350" cy="284765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/>
                <a:ea typeface="Roboto" panose="02000000000000000000"/>
              </a:defRPr>
            </a:lvl1pPr>
            <a:lvl2pPr>
              <a:defRPr sz="2000">
                <a:latin typeface="Roboto" panose="02000000000000000000"/>
                <a:ea typeface="Roboto" panose="02000000000000000000"/>
              </a:defRPr>
            </a:lvl2pPr>
            <a:lvl3pPr>
              <a:defRPr sz="2000">
                <a:latin typeface="Roboto" panose="02000000000000000000"/>
                <a:ea typeface="Roboto" panose="02000000000000000000"/>
              </a:defRPr>
            </a:lvl3pPr>
            <a:lvl4pPr>
              <a:defRPr sz="2000">
                <a:latin typeface="Roboto" panose="02000000000000000000"/>
                <a:ea typeface="Roboto" panose="02000000000000000000"/>
              </a:defRPr>
            </a:lvl4pPr>
            <a:lvl5pPr>
              <a:defRPr sz="2000">
                <a:latin typeface="Roboto" panose="02000000000000000000"/>
                <a:ea typeface="Roboto" panose="02000000000000000000"/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 lang="de-DE"/>
          </a:p>
          <a:p>
            <a:pPr lvl="1">
              <a:defRPr/>
            </a:pPr>
            <a:r>
              <a:rPr lang="de-DE"/>
              <a:t>Zweite Ebene</a:t>
            </a:r>
            <a:endParaRPr lang="de-DE"/>
          </a:p>
          <a:p>
            <a:pPr lvl="2">
              <a:defRPr/>
            </a:pPr>
            <a:r>
              <a:rPr lang="de-DE"/>
              <a:t>Dritte Ebene</a:t>
            </a:r>
            <a:endParaRPr lang="de-DE"/>
          </a:p>
          <a:p>
            <a:pPr lvl="3">
              <a:defRPr/>
            </a:pPr>
            <a:r>
              <a:rPr lang="de-DE"/>
              <a:t>Vierte Ebene</a:t>
            </a:r>
            <a:endParaRPr lang="de-DE"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image" Target="../media/image1.png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312664" name="Rechteck 8"/>
          <p:cNvSpPr/>
          <p:nvPr userDrawn="1"/>
        </p:nvSpPr>
        <p:spPr bwMode="auto">
          <a:xfrm>
            <a:off x="0" y="0"/>
            <a:ext cx="12192000" cy="151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2119509207" name="Gerader Verbinder 13"/>
          <p:cNvCxnSpPr/>
          <p:nvPr userDrawn="1"/>
        </p:nvCxnSpPr>
        <p:spPr bwMode="auto">
          <a:xfrm>
            <a:off x="2061369" y="333375"/>
            <a:ext cx="0" cy="82708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8335131" name="Gerader Verbinder 9"/>
          <p:cNvCxnSpPr/>
          <p:nvPr userDrawn="1"/>
        </p:nvCxnSpPr>
        <p:spPr bwMode="auto">
          <a:xfrm>
            <a:off x="0" y="6525344"/>
            <a:ext cx="12192000" cy="1"/>
          </a:xfrm>
          <a:prstGeom prst="line">
            <a:avLst/>
          </a:prstGeom>
          <a:ln w="12700">
            <a:solidFill>
              <a:schemeClr val="tx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7059912" name="Rectangle 4"/>
          <p:cNvSpPr txBox="1">
            <a:spLocks noChangeArrowheads="1"/>
          </p:cNvSpPr>
          <p:nvPr userDrawn="1"/>
        </p:nvSpPr>
        <p:spPr bwMode="auto">
          <a:xfrm>
            <a:off x="192088" y="6525344"/>
            <a:ext cx="7568622" cy="33424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/>
          <a:lstStyle>
            <a:defPPr>
              <a:defRPr lang="de-DE"/>
            </a:defPPr>
            <a:lvl1pPr algn="l" rtl="0"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  <a:latin typeface="InfoDispRegular-Roman"/>
                <a:ea typeface="+mn-ea"/>
                <a:cs typeface="Arial" panose="020B0704020202020204"/>
              </a:defRPr>
            </a:lvl1pPr>
            <a:lvl2pPr marL="4572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2pPr>
            <a:lvl3pPr marL="9144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3pPr>
            <a:lvl4pPr marL="13716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4pPr>
            <a:lvl5pPr marL="18288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5pPr>
            <a:lvl6pPr marL="2286000" algn="l" defTabSz="914400" rtl="0"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6pPr>
            <a:lvl7pPr marL="2743200" algn="l" defTabSz="914400" rtl="0"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7pPr>
            <a:lvl8pPr marL="3200400" algn="l" defTabSz="914400" rtl="0"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8pPr>
            <a:lvl9pPr marL="3657600" algn="l" defTabSz="914400" rtl="0"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9pPr>
          </a:lstStyle>
          <a:p>
            <a:pPr>
              <a:defRPr/>
            </a:pPr>
            <a:r>
              <a:rPr lang="de-DE" sz="1400" dirty="0">
                <a:latin typeface="Roboto" panose="02000000000000000000"/>
                <a:ea typeface="Roboto" panose="02000000000000000000"/>
              </a:rPr>
              <a:t>Chemnitz</a:t>
            </a:r>
            <a:r>
              <a:rPr lang="de-DE" sz="1400" dirty="0">
                <a:solidFill>
                  <a:schemeClr val="tx1"/>
                </a:solidFill>
                <a:latin typeface="Roboto" panose="02000000000000000000"/>
                <a:ea typeface="Roboto" panose="02000000000000000000"/>
                <a:cs typeface="Arial" panose="020B0704020202020204"/>
              </a:rPr>
              <a:t> ∙ 7</a:t>
            </a:r>
            <a:r>
              <a:rPr lang="de-DE" sz="1400" dirty="0">
                <a:latin typeface="Roboto" panose="02000000000000000000"/>
                <a:ea typeface="Roboto" panose="02000000000000000000"/>
              </a:rPr>
              <a:t>. </a:t>
            </a:r>
            <a:r>
              <a:rPr lang="de-DE" sz="1400" b="0" i="0" u="none" strike="noStrike" cap="none" spc="0" dirty="0">
                <a:solidFill>
                  <a:schemeClr val="tx1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Januar</a:t>
            </a:r>
            <a:r>
              <a:rPr lang="de-DE" sz="1400" dirty="0">
                <a:latin typeface="Roboto" panose="02000000000000000000"/>
                <a:ea typeface="Roboto" panose="02000000000000000000"/>
              </a:rPr>
              <a:t> 2026</a:t>
            </a:r>
            <a:r>
              <a:rPr lang="de-DE" sz="1400" dirty="0">
                <a:solidFill>
                  <a:schemeClr val="tx1"/>
                </a:solidFill>
                <a:latin typeface="Roboto" panose="02000000000000000000"/>
                <a:ea typeface="Roboto" panose="02000000000000000000"/>
                <a:cs typeface="Arial" panose="020B0704020202020204"/>
              </a:rPr>
              <a:t> ∙ </a:t>
            </a:r>
            <a:r>
              <a:rPr lang="de-DE" sz="1400" b="0" i="0" u="none" strike="noStrike" cap="none" spc="0" dirty="0">
                <a:solidFill>
                  <a:schemeClr val="tx1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Natalie Berndt, Florian Kunze, Gilles Werler</a:t>
            </a:r>
            <a:endParaRPr dirty="0"/>
          </a:p>
        </p:txBody>
      </p:sp>
      <p:sp>
        <p:nvSpPr>
          <p:cNvPr id="568639123" name="Rectangle 5"/>
          <p:cNvSpPr txBox="1">
            <a:spLocks noChangeArrowheads="1"/>
          </p:cNvSpPr>
          <p:nvPr userDrawn="1"/>
        </p:nvSpPr>
        <p:spPr bwMode="auto">
          <a:xfrm>
            <a:off x="8252460" y="6525345"/>
            <a:ext cx="3747453" cy="334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/>
          <a:lstStyle>
            <a:defPPr>
              <a:defRPr lang="de-DE"/>
            </a:defPPr>
            <a:lvl1pPr algn="l" rtl="0"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  <a:latin typeface="InfoDispRegular-Roman"/>
                <a:ea typeface="+mn-ea"/>
                <a:cs typeface="Arial" panose="020B0704020202020204"/>
              </a:defRPr>
            </a:lvl1pPr>
            <a:lvl2pPr marL="4572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2pPr>
            <a:lvl3pPr marL="9144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3pPr>
            <a:lvl4pPr marL="13716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4pPr>
            <a:lvl5pPr marL="18288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5pPr>
            <a:lvl6pPr marL="2286000" algn="l" defTabSz="914400" rtl="0"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6pPr>
            <a:lvl7pPr marL="2743200" algn="l" defTabSz="914400" rtl="0"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7pPr>
            <a:lvl8pPr marL="3200400" algn="l" defTabSz="914400" rtl="0"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8pPr>
            <a:lvl9pPr marL="3657600" algn="l" defTabSz="914400" rtl="0"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9pPr>
          </a:lstStyle>
          <a:p>
            <a:pPr algn="r">
              <a:defRPr/>
            </a:pPr>
            <a:r>
              <a:rPr lang="de-DE" sz="1400">
                <a:latin typeface="Roboto" panose="02000000000000000000"/>
                <a:ea typeface="Roboto" panose="02000000000000000000"/>
              </a:rPr>
              <a:t>www.tu-chemnitz.de</a:t>
            </a:r>
            <a:endParaRPr lang="de-DE" sz="1400">
              <a:latin typeface="Roboto" panose="02000000000000000000"/>
              <a:ea typeface="Roboto" panose="02000000000000000000"/>
            </a:endParaRPr>
          </a:p>
        </p:txBody>
      </p:sp>
      <p:pic>
        <p:nvPicPr>
          <p:cNvPr id="1897094723" name="Grafik 2" title="Logo der TU Chemnitz mit Bezug zur Kulturhauptstadt 2025"/>
          <p:cNvPicPr>
            <a:picLocks noChangeAspect="1"/>
          </p:cNvPicPr>
          <p:nvPr userDrawn="1"/>
        </p:nvPicPr>
        <p:blipFill rotWithShape="1">
          <a:blip r:embed="rId5"/>
          <a:stretch>
            <a:fillRect/>
          </a:stretch>
        </p:blipFill>
        <p:spPr bwMode="auto">
          <a:xfrm>
            <a:off x="334963" y="333375"/>
            <a:ext cx="1388034" cy="8270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/>
  <p:txStyles>
    <p:titleStyle>
      <a:lvl1pPr algn="l" rtl="0">
        <a:spcBef>
          <a:spcPts val="0"/>
        </a:spcBef>
        <a:spcAft>
          <a:spcPts val="0"/>
        </a:spcAft>
        <a:defRPr sz="2800" b="0">
          <a:solidFill>
            <a:schemeClr val="bg1"/>
          </a:solidFill>
          <a:latin typeface="Roboto" panose="02000000000000000000"/>
          <a:ea typeface="Roboto" panose="02000000000000000000"/>
          <a:cs typeface="+mj-cs"/>
        </a:defRPr>
      </a:lvl1pPr>
      <a:lvl2pPr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 panose="020B0704020202020204"/>
          <a:cs typeface="Arial" panose="020B0704020202020204"/>
        </a:defRPr>
      </a:lvl2pPr>
      <a:lvl3pPr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 panose="020B0704020202020204"/>
          <a:cs typeface="Arial" panose="020B0704020202020204"/>
        </a:defRPr>
      </a:lvl3pPr>
      <a:lvl4pPr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 panose="020B0704020202020204"/>
          <a:cs typeface="Arial" panose="020B0704020202020204"/>
        </a:defRPr>
      </a:lvl4pPr>
      <a:lvl5pPr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 panose="020B0704020202020204"/>
          <a:cs typeface="Arial" panose="020B0704020202020204"/>
        </a:defRPr>
      </a:lvl5pPr>
      <a:lvl6pPr marL="457200"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 panose="020B0704020202020204"/>
          <a:cs typeface="Arial" panose="020B0704020202020204"/>
        </a:defRPr>
      </a:lvl6pPr>
      <a:lvl7pPr marL="914400"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 panose="020B0704020202020204"/>
          <a:cs typeface="Arial" panose="020B0704020202020204"/>
        </a:defRPr>
      </a:lvl7pPr>
      <a:lvl8pPr marL="1371600"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 panose="020B0704020202020204"/>
          <a:cs typeface="Arial" panose="020B0704020202020204"/>
        </a:defRPr>
      </a:lvl8pPr>
      <a:lvl9pPr marL="1828800" algn="ctr" rtl="0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 panose="020B0704020202020204"/>
          <a:cs typeface="Arial" panose="020B0704020202020204"/>
        </a:defRPr>
      </a:lvl9pPr>
    </p:titleStyle>
    <p:bodyStyle>
      <a:lvl1pPr marL="342900" indent="-342900" algn="l" rtl="0">
        <a:spcBef>
          <a:spcPts val="0"/>
        </a:spcBef>
        <a:spcAft>
          <a:spcPts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>
        <a:spcBef>
          <a:spcPts val="0"/>
        </a:spcBef>
        <a:spcAft>
          <a:spcPts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>
        <a:spcBef>
          <a:spcPts val="0"/>
        </a:spcBef>
        <a:spcAft>
          <a:spcPts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>
        <a:spcBef>
          <a:spcPts val="0"/>
        </a:spcBef>
        <a:spcAft>
          <a:spcPts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042938" name="Rechteck 8"/>
          <p:cNvSpPr/>
          <p:nvPr userDrawn="1"/>
        </p:nvSpPr>
        <p:spPr bwMode="auto">
          <a:xfrm>
            <a:off x="0" y="274"/>
            <a:ext cx="12192000" cy="764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404704192" name="Gerader Verbinder 10"/>
          <p:cNvCxnSpPr/>
          <p:nvPr userDrawn="1"/>
        </p:nvCxnSpPr>
        <p:spPr bwMode="auto">
          <a:xfrm>
            <a:off x="1166867" y="152713"/>
            <a:ext cx="0" cy="46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2988845" name="Gerader Verbinder 32"/>
          <p:cNvCxnSpPr/>
          <p:nvPr userDrawn="1"/>
        </p:nvCxnSpPr>
        <p:spPr bwMode="auto">
          <a:xfrm>
            <a:off x="0" y="6525344"/>
            <a:ext cx="12192000" cy="0"/>
          </a:xfrm>
          <a:prstGeom prst="line">
            <a:avLst/>
          </a:prstGeom>
          <a:ln w="12700">
            <a:solidFill>
              <a:schemeClr val="tx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7331142" name="Rectangle 5"/>
          <p:cNvSpPr txBox="1">
            <a:spLocks noChangeArrowheads="1"/>
          </p:cNvSpPr>
          <p:nvPr userDrawn="1"/>
        </p:nvSpPr>
        <p:spPr bwMode="auto">
          <a:xfrm>
            <a:off x="8252460" y="6525345"/>
            <a:ext cx="3747453" cy="334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/>
          <a:lstStyle>
            <a:defPPr>
              <a:defRPr lang="de-DE"/>
            </a:defPPr>
            <a:lvl1pPr algn="l" rtl="0"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  <a:latin typeface="InfoDispRegular-Roman"/>
                <a:ea typeface="+mn-ea"/>
                <a:cs typeface="Arial" panose="020B0704020202020204"/>
              </a:defRPr>
            </a:lvl1pPr>
            <a:lvl2pPr marL="4572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2pPr>
            <a:lvl3pPr marL="9144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3pPr>
            <a:lvl4pPr marL="13716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4pPr>
            <a:lvl5pPr marL="18288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5pPr>
            <a:lvl6pPr marL="2286000" algn="l" defTabSz="914400" rtl="0"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6pPr>
            <a:lvl7pPr marL="2743200" algn="l" defTabSz="914400" rtl="0"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7pPr>
            <a:lvl8pPr marL="3200400" algn="l" defTabSz="914400" rtl="0"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8pPr>
            <a:lvl9pPr marL="3657600" algn="l" defTabSz="914400" rtl="0"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9pPr>
          </a:lstStyle>
          <a:p>
            <a:pPr algn="r">
              <a:defRPr/>
            </a:pPr>
            <a:r>
              <a:rPr lang="de-DE" sz="1400">
                <a:latin typeface="Roboto" panose="02000000000000000000"/>
                <a:ea typeface="Roboto" panose="02000000000000000000"/>
              </a:rPr>
              <a:t>www.tu-chemnitz.de</a:t>
            </a:r>
            <a:endParaRPr lang="de-DE" sz="1400">
              <a:latin typeface="Roboto" panose="02000000000000000000"/>
              <a:ea typeface="Roboto" panose="02000000000000000000"/>
            </a:endParaRPr>
          </a:p>
        </p:txBody>
      </p:sp>
      <p:sp>
        <p:nvSpPr>
          <p:cNvPr id="226192612" name="Fußzeilenplatzhalter 4"/>
          <p:cNvSpPr txBox="1"/>
          <p:nvPr userDrawn="1"/>
        </p:nvSpPr>
        <p:spPr bwMode="auto">
          <a:xfrm>
            <a:off x="7568463" y="6526932"/>
            <a:ext cx="2680436" cy="332655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algn="l" rtl="0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Roboto Condensed"/>
                <a:ea typeface="Roboto Condensed"/>
                <a:cs typeface="Arial" panose="020B0704020202020204"/>
              </a:defRPr>
            </a:lvl1pPr>
            <a:lvl2pPr marL="4572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2pPr>
            <a:lvl3pPr marL="9144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3pPr>
            <a:lvl4pPr marL="13716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4pPr>
            <a:lvl5pPr marL="18288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5pPr>
            <a:lvl6pPr marL="2286000" algn="l" defTabSz="914400" rtl="0"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6pPr>
            <a:lvl7pPr marL="2743200" algn="l" defTabSz="914400" rtl="0"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7pPr>
            <a:lvl8pPr marL="3200400" algn="l" defTabSz="914400" rtl="0"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8pPr>
            <a:lvl9pPr marL="3657600" algn="l" defTabSz="914400" rtl="0"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9pPr>
          </a:lstStyle>
          <a:p>
            <a:pPr algn="ctr">
              <a:defRPr/>
            </a:pPr>
            <a:fld id="{72C5D026-0A5E-414E-BDD7-AEAAC7E56A8F}" type="slidenum">
              <a:rPr lang="de-DE" sz="1400">
                <a:latin typeface="Roboto" panose="02000000000000000000"/>
                <a:ea typeface="Roboto" panose="02000000000000000000"/>
              </a:rPr>
            </a:fld>
            <a:endParaRPr lang="de-DE" sz="1400">
              <a:latin typeface="Roboto" panose="02000000000000000000"/>
              <a:ea typeface="Roboto" panose="02000000000000000000"/>
            </a:endParaRPr>
          </a:p>
        </p:txBody>
      </p:sp>
      <p:sp>
        <p:nvSpPr>
          <p:cNvPr id="86860798" name="Rectangle 4"/>
          <p:cNvSpPr txBox="1">
            <a:spLocks noChangeArrowheads="1"/>
          </p:cNvSpPr>
          <p:nvPr userDrawn="1"/>
        </p:nvSpPr>
        <p:spPr bwMode="auto">
          <a:xfrm>
            <a:off x="192088" y="6525344"/>
            <a:ext cx="7376374" cy="33424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/>
          <a:lstStyle>
            <a:defPPr>
              <a:defRPr lang="de-DE"/>
            </a:defPPr>
            <a:lvl1pPr algn="l" rtl="0"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  <a:latin typeface="InfoDispRegular-Roman"/>
                <a:ea typeface="+mn-ea"/>
                <a:cs typeface="Arial" panose="020B0704020202020204"/>
              </a:defRPr>
            </a:lvl1pPr>
            <a:lvl2pPr marL="4572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2pPr>
            <a:lvl3pPr marL="9144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3pPr>
            <a:lvl4pPr marL="13716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4pPr>
            <a:lvl5pPr marL="1828800" algn="l" rtl="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5pPr>
            <a:lvl6pPr marL="2286000" algn="l" defTabSz="914400" rtl="0"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6pPr>
            <a:lvl7pPr marL="2743200" algn="l" defTabSz="914400" rtl="0"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7pPr>
            <a:lvl8pPr marL="3200400" algn="l" defTabSz="914400" rtl="0"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8pPr>
            <a:lvl9pPr marL="3657600" algn="l" defTabSz="914400" rtl="0">
              <a:defRPr>
                <a:solidFill>
                  <a:schemeClr val="tx1"/>
                </a:solidFill>
                <a:latin typeface="Arial" panose="020B0704020202020204"/>
                <a:ea typeface="+mn-ea"/>
                <a:cs typeface="Arial" panose="020B0704020202020204"/>
              </a:defRPr>
            </a:lvl9pPr>
          </a:lstStyle>
          <a:p>
            <a:pPr>
              <a:defRPr/>
            </a:pPr>
            <a:r>
              <a:rPr lang="de-DE" sz="1400" b="0" i="0" u="none" strike="noStrike" cap="none" spc="0" dirty="0">
                <a:solidFill>
                  <a:schemeClr val="tx1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Chemnitz ∙ 7. Januar 2026 ∙ Natalie Berndt, Florian Kunze, Gilles Werler</a:t>
            </a:r>
            <a:endParaRPr dirty="0"/>
          </a:p>
        </p:txBody>
      </p:sp>
      <p:pic>
        <p:nvPicPr>
          <p:cNvPr id="1399040799" name="Grafik 9" title="Logo der TU Chemnitz mit Bezug zur Kulturhauptstadt 2025"/>
          <p:cNvPicPr>
            <a:picLocks noChangeAspect="1"/>
          </p:cNvPicPr>
          <p:nvPr userDrawn="1"/>
        </p:nvPicPr>
        <p:blipFill rotWithShape="1">
          <a:blip r:embed="rId7"/>
          <a:stretch>
            <a:fillRect/>
          </a:stretch>
        </p:blipFill>
        <p:spPr bwMode="auto">
          <a:xfrm>
            <a:off x="192089" y="152400"/>
            <a:ext cx="785406" cy="46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1600" b="1">
          <a:solidFill>
            <a:schemeClr val="bg1"/>
          </a:solidFill>
          <a:latin typeface="Roboto" panose="02000000000000000000"/>
          <a:ea typeface="Roboto" panose="02000000000000000000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 panose="020B0704020202020204"/>
        <a:buChar char="•"/>
        <a:defRPr sz="2400">
          <a:solidFill>
            <a:schemeClr val="tx1"/>
          </a:solidFill>
          <a:latin typeface="Roboto" panose="02000000000000000000"/>
          <a:ea typeface="Roboto" panose="02000000000000000000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 panose="020B0704020202020204"/>
        <a:buChar char="•"/>
        <a:defRPr sz="2000">
          <a:solidFill>
            <a:schemeClr val="tx1"/>
          </a:solidFill>
          <a:latin typeface="Roboto" panose="02000000000000000000"/>
          <a:ea typeface="Roboto" panose="02000000000000000000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 panose="020B0704020202020204"/>
        <a:buChar char="•"/>
        <a:defRPr sz="1800">
          <a:solidFill>
            <a:schemeClr val="tx1"/>
          </a:solidFill>
          <a:latin typeface="Roboto" panose="02000000000000000000"/>
          <a:ea typeface="Roboto" panose="02000000000000000000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 panose="020B07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 panose="020B07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 panose="020B07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 panose="020B07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 panose="020B07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 panose="020B07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577917" name="Titel 1"/>
          <p:cNvSpPr>
            <a:spLocks noGrp="1"/>
          </p:cNvSpPr>
          <p:nvPr>
            <p:ph type="title"/>
          </p:nvPr>
        </p:nvSpPr>
        <p:spPr bwMode="auto">
          <a:xfrm>
            <a:off x="2387600" y="312420"/>
            <a:ext cx="9504363" cy="893763"/>
          </a:xfrm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normAutofit fontScale="95000"/>
          </a:bodyPr>
          <a:lstStyle/>
          <a:p>
            <a:pPr>
              <a:defRPr/>
            </a:pPr>
            <a:r>
              <a:rPr lang="de-DE" b="1" i="0" u="none" strike="noStrike" cap="none" spc="0" dirty="0">
                <a:solidFill>
                  <a:schemeClr val="bg1"/>
                </a:solidFill>
                <a:latin typeface="+mj-lt"/>
                <a:ea typeface="Roboto" panose="02000000000000000000"/>
                <a:cs typeface="Roboto" panose="02000000000000000000"/>
              </a:rPr>
              <a:t>Softwareengineering WS 25/26</a:t>
            </a:r>
            <a:br>
              <a:rPr lang="de-DE" b="1" i="0" u="none" strike="noStrike" cap="none" spc="0" dirty="0">
                <a:solidFill>
                  <a:schemeClr val="bg1"/>
                </a:solidFill>
                <a:latin typeface="+mj-lt"/>
                <a:ea typeface="Roboto" panose="02000000000000000000"/>
                <a:cs typeface="Roboto" panose="02000000000000000000"/>
              </a:rPr>
            </a:br>
            <a:r>
              <a:rPr lang="de-DE" b="1" i="0" u="none" strike="noStrike" cap="none" spc="0" dirty="0">
                <a:solidFill>
                  <a:schemeClr val="bg1"/>
                </a:solidFill>
                <a:latin typeface="+mj-lt"/>
                <a:ea typeface="Roboto" panose="02000000000000000000"/>
                <a:cs typeface="Roboto" panose="02000000000000000000"/>
              </a:rPr>
              <a:t>3. MVP</a:t>
            </a:r>
            <a:endParaRPr dirty="0">
              <a:latin typeface="+mj-lt"/>
            </a:endParaRPr>
          </a:p>
        </p:txBody>
      </p:sp>
      <p:pic>
        <p:nvPicPr>
          <p:cNvPr id="3" name="Grafik 2" descr="Ein Bild, das Menschliches Gesicht, Mann, Bart, Kleidung enthält.&#10;&#10;KI-generierte Inhalte können fehlerhaft sein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5234" y="1571045"/>
            <a:ext cx="6099314" cy="48794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cs typeface="Roboto" panose="02000000000000000000"/>
              </a:rPr>
              <a:t>Softwareengineering WS 25/26</a:t>
            </a:r>
            <a:br>
              <a:rPr lang="de-DE" dirty="0">
                <a:cs typeface="Roboto" panose="02000000000000000000"/>
              </a:rPr>
            </a:br>
            <a:r>
              <a:rPr lang="de-DE" dirty="0">
                <a:cs typeface="Roboto" panose="02000000000000000000"/>
              </a:rPr>
              <a:t>3. MVP</a:t>
            </a:r>
            <a:endParaRPr lang="de-DE" dirty="0"/>
          </a:p>
        </p:txBody>
      </p:sp>
      <p:pic>
        <p:nvPicPr>
          <p:cNvPr id="4" name="Grafik 3" descr="Ein Bild, das Kleidung, Person, Collage, Mann enthält.&#10;&#10;KI-generierte Inhalte können fehlerhaft sein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6972" y="1600200"/>
            <a:ext cx="4003713" cy="47472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545169" name="Titelplatzhalter 25"/>
          <p:cNvSpPr>
            <a:spLocks noGrp="1"/>
          </p:cNvSpPr>
          <p:nvPr>
            <p:ph type="title"/>
          </p:nvPr>
        </p:nvSpPr>
        <p:spPr bwMode="auto">
          <a:xfrm>
            <a:off x="2387599" y="314324"/>
            <a:ext cx="9504362" cy="893763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 sz="2700" dirty="0">
                <a:latin typeface="+mj-ea"/>
                <a:ea typeface="+mj-ea"/>
                <a:cs typeface="Roboto" panose="02000000000000000000"/>
              </a:rPr>
              <a:t>Softwareengineering WS 25/26</a:t>
            </a:r>
            <a:br>
              <a:rPr lang="de-DE" sz="2700" dirty="0">
                <a:latin typeface="+mj-ea"/>
                <a:ea typeface="+mj-ea"/>
                <a:cs typeface="Roboto" panose="02000000000000000000"/>
              </a:rPr>
            </a:br>
            <a:r>
              <a:rPr lang="de-DE" sz="2700" dirty="0">
                <a:latin typeface="+mj-ea"/>
                <a:ea typeface="+mj-ea"/>
                <a:cs typeface="Roboto" panose="02000000000000000000"/>
              </a:rPr>
              <a:t>3. MVP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773734043" name=" 773734042"/>
          <p:cNvSpPr/>
          <p:nvPr/>
        </p:nvSpPr>
        <p:spPr bwMode="auto">
          <a:xfrm>
            <a:off x="10777" y="3168374"/>
            <a:ext cx="12199802" cy="1158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>
              <a:defRPr/>
            </a:pPr>
            <a:r>
              <a:rPr sz="5200" b="1" i="0" u="none" dirty="0">
                <a:solidFill>
                  <a:srgbClr val="000000"/>
                </a:solidFill>
                <a:latin typeface="+mn-ea"/>
                <a:cs typeface="Arial" panose="020B0704020202020204"/>
              </a:rPr>
              <a:t>Teil 2 : </a:t>
            </a:r>
            <a:r>
              <a:rPr sz="5200" b="1" i="0" u="none" dirty="0" err="1">
                <a:solidFill>
                  <a:srgbClr val="000000"/>
                </a:solidFill>
                <a:latin typeface="+mn-ea"/>
                <a:cs typeface="Arial" panose="020B0704020202020204"/>
              </a:rPr>
              <a:t>Reflexion</a:t>
            </a:r>
            <a:br>
              <a:rPr sz="5200" b="1" i="0" u="none" dirty="0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</a:br>
            <a:endParaRPr dirty="0"/>
          </a:p>
        </p:txBody>
      </p:sp>
      <p:pic>
        <p:nvPicPr>
          <p:cNvPr id="1170900981" name="Grafik 1170900980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1597024" y="2711174"/>
            <a:ext cx="1771650" cy="1771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>
                <a:latin typeface="+mj-ea"/>
                <a:cs typeface="Roboto" panose="02000000000000000000"/>
              </a:rPr>
              <a:t>Softwareengineering WS 25/26</a:t>
            </a:r>
            <a:br>
              <a:rPr lang="de-DE" dirty="0">
                <a:latin typeface="+mj-ea"/>
                <a:cs typeface="Roboto" panose="02000000000000000000"/>
              </a:rPr>
            </a:br>
            <a:r>
              <a:rPr lang="de-DE" dirty="0">
                <a:latin typeface="+mj-ea"/>
                <a:cs typeface="Roboto" panose="02000000000000000000"/>
              </a:rPr>
              <a:t>3. MVP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>
                <a:latin typeface="+mn-ea"/>
                <a:cs typeface="Roboto" panose="02000000000000000000"/>
              </a:rPr>
              <a:t>Wie sind wir zu den Ergebnissen gekommen?</a:t>
            </a:r>
            <a:endParaRPr lang="de-DE" dirty="0">
              <a:latin typeface="+mn-ea"/>
            </a:endParaRPr>
          </a:p>
          <a:p>
            <a:endParaRPr lang="de-DE" dirty="0"/>
          </a:p>
        </p:txBody>
      </p:sp>
      <p:sp>
        <p:nvSpPr>
          <p:cNvPr id="5" name=" 4"/>
          <p:cNvSpPr/>
          <p:nvPr/>
        </p:nvSpPr>
        <p:spPr bwMode="auto">
          <a:xfrm>
            <a:off x="5968559" y="3291840"/>
            <a:ext cx="255240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endParaRPr sz="12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2016124" y="2793999"/>
            <a:ext cx="2057400" cy="1495424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5467529" y="2913062"/>
            <a:ext cx="1257299" cy="1257299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 bwMode="auto">
          <a:xfrm>
            <a:off x="8334374" y="2913062"/>
            <a:ext cx="1257299" cy="1257299"/>
          </a:xfrm>
          <a:prstGeom prst="rect">
            <a:avLst/>
          </a:prstGeom>
        </p:spPr>
      </p:pic>
      <p:cxnSp>
        <p:nvCxnSpPr>
          <p:cNvPr id="9" name="Gerade Verbindung 8"/>
          <p:cNvCxnSpPr>
            <a:stCxn id="6" idx="3"/>
          </p:cNvCxnSpPr>
          <p:nvPr/>
        </p:nvCxnSpPr>
        <p:spPr bwMode="auto">
          <a:xfrm>
            <a:off x="4073524" y="3545284"/>
            <a:ext cx="1189849" cy="0"/>
          </a:xfrm>
          <a:prstGeom prst="line">
            <a:avLst/>
          </a:prstGeom>
          <a:ln w="28575" cap="flat" cmpd="sng" algn="ctr">
            <a:solidFill>
              <a:srgbClr val="4D4D4D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/>
          <p:cNvCxnSpPr>
            <a:stCxn id="7" idx="3"/>
            <a:endCxn id="8" idx="1"/>
          </p:cNvCxnSpPr>
          <p:nvPr/>
        </p:nvCxnSpPr>
        <p:spPr bwMode="auto">
          <a:xfrm>
            <a:off x="6724828" y="3541712"/>
            <a:ext cx="1609544" cy="0"/>
          </a:xfrm>
          <a:prstGeom prst="line">
            <a:avLst/>
          </a:prstGeom>
          <a:ln w="28575" cap="flat" cmpd="sng" algn="ctr">
            <a:solidFill>
              <a:srgbClr val="4D4D4D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110773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7" cy="468313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compatLnSpc="0">
            <a:normAutofit fontScale="90000"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de-DE" dirty="0">
                <a:cs typeface="Roboto" panose="02000000000000000000"/>
              </a:rPr>
              <a:t>Softwareengineering WS 25/26</a:t>
            </a:r>
            <a:br>
              <a:rPr lang="de-DE" dirty="0">
                <a:cs typeface="Roboto" panose="02000000000000000000"/>
              </a:rPr>
            </a:br>
            <a:r>
              <a:rPr lang="de-DE" dirty="0">
                <a:cs typeface="Roboto" panose="02000000000000000000"/>
              </a:rPr>
              <a:t>3. MVP</a:t>
            </a:r>
            <a:endParaRPr dirty="0"/>
          </a:p>
          <a:p>
            <a:pPr>
              <a:defRPr/>
            </a:pPr>
            <a:endParaRPr dirty="0"/>
          </a:p>
        </p:txBody>
      </p:sp>
      <p:sp>
        <p:nvSpPr>
          <p:cNvPr id="142537894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9"/>
            <a:ext cx="11807824" cy="92836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704020202020204"/>
              <a:buNone/>
              <a:defRPr sz="2400" b="1">
                <a:solidFill>
                  <a:schemeClr val="tx1"/>
                </a:solidFill>
                <a:latin typeface="Roboto" panose="02000000000000000000"/>
                <a:ea typeface="Roboto" panose="02000000000000000000"/>
              </a:defRPr>
            </a:lvl1pPr>
            <a:lvl2pPr>
              <a:defRPr sz="2400">
                <a:latin typeface="Roboto" panose="02000000000000000000"/>
                <a:ea typeface="Roboto" panose="02000000000000000000"/>
              </a:defRPr>
            </a:lvl2pPr>
            <a:lvl3pPr>
              <a:defRPr sz="2000">
                <a:latin typeface="Roboto" panose="02000000000000000000"/>
                <a:ea typeface="Roboto" panose="02000000000000000000"/>
              </a:defRPr>
            </a:lvl3pPr>
            <a:lvl4pPr>
              <a:defRPr sz="2000">
                <a:latin typeface="Roboto" panose="02000000000000000000"/>
                <a:ea typeface="Roboto" panose="02000000000000000000"/>
              </a:defRPr>
            </a:lvl4pPr>
            <a:lvl5pPr>
              <a:defRPr sz="2000">
                <a:latin typeface="Roboto" panose="02000000000000000000"/>
                <a:ea typeface="Roboto" panose="02000000000000000000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 dirty="0">
                <a:solidFill>
                  <a:schemeClr val="tx1"/>
                </a:solidFill>
                <a:latin typeface="+mn-ea"/>
                <a:ea typeface="+mn-ea"/>
                <a:cs typeface="Roboto" panose="02000000000000000000"/>
              </a:rPr>
              <a:t>Herausforderungen &amp; Probleme</a:t>
            </a:r>
            <a:endParaRPr dirty="0">
              <a:latin typeface="+mn-ea"/>
              <a:ea typeface="+mn-ea"/>
            </a:endParaRPr>
          </a:p>
        </p:txBody>
      </p:sp>
      <p:pic>
        <p:nvPicPr>
          <p:cNvPr id="3" name="Grafik 2" descr="Ein Bild, das Text, Himmel, Screenshot, Cartoon enthält.&#10;&#10;KI-generierte Inhalte können fehlerhaft sein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3832" y="1836418"/>
            <a:ext cx="5790991" cy="44627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086080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7" cy="468313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de-DE" dirty="0">
                <a:cs typeface="Roboto" panose="02000000000000000000"/>
              </a:rPr>
              <a:t>Softwareengineering WS 25/26</a:t>
            </a:r>
            <a:br>
              <a:rPr lang="de-DE" dirty="0">
                <a:cs typeface="Roboto" panose="02000000000000000000"/>
              </a:rPr>
            </a:br>
            <a:r>
              <a:rPr lang="de-DE" dirty="0">
                <a:cs typeface="Roboto" panose="02000000000000000000"/>
              </a:rPr>
              <a:t>3. MVP</a:t>
            </a:r>
            <a:endParaRPr sz="2800" dirty="0"/>
          </a:p>
          <a:p>
            <a:pPr>
              <a:defRPr/>
            </a:pPr>
            <a:endParaRPr sz="2800" dirty="0"/>
          </a:p>
          <a:p>
            <a:pPr>
              <a:defRPr/>
            </a:pPr>
            <a:endParaRPr dirty="0"/>
          </a:p>
        </p:txBody>
      </p:sp>
      <p:sp>
        <p:nvSpPr>
          <p:cNvPr id="1206228905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92087" y="908049"/>
            <a:ext cx="11807824" cy="92836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704020202020204"/>
              <a:buNone/>
              <a:defRPr sz="2400" b="1">
                <a:solidFill>
                  <a:schemeClr val="tx1"/>
                </a:solidFill>
                <a:latin typeface="Roboto" panose="02000000000000000000"/>
                <a:ea typeface="Roboto" panose="02000000000000000000"/>
              </a:defRPr>
            </a:lvl1pPr>
            <a:lvl2pPr>
              <a:defRPr sz="2400">
                <a:latin typeface="Roboto" panose="02000000000000000000"/>
                <a:ea typeface="Roboto" panose="02000000000000000000"/>
              </a:defRPr>
            </a:lvl2pPr>
            <a:lvl3pPr>
              <a:defRPr sz="2000">
                <a:latin typeface="Roboto" panose="02000000000000000000"/>
                <a:ea typeface="Roboto" panose="02000000000000000000"/>
              </a:defRPr>
            </a:lvl3pPr>
            <a:lvl4pPr>
              <a:defRPr sz="2000">
                <a:latin typeface="Roboto" panose="02000000000000000000"/>
                <a:ea typeface="Roboto" panose="02000000000000000000"/>
              </a:defRPr>
            </a:lvl4pPr>
            <a:lvl5pPr>
              <a:defRPr sz="2000">
                <a:latin typeface="Roboto" panose="02000000000000000000"/>
                <a:ea typeface="Roboto" panose="02000000000000000000"/>
              </a:defRPr>
            </a:lvl5pPr>
          </a:lstStyle>
          <a:p>
            <a:pPr>
              <a:defRPr/>
            </a:pPr>
            <a:r>
              <a:rPr lang="de-DE" sz="2400" b="1" i="0" u="none" strike="noStrike" cap="none" spc="0" dirty="0">
                <a:solidFill>
                  <a:schemeClr val="tx1"/>
                </a:solidFill>
                <a:latin typeface="+mn-ea"/>
                <a:ea typeface="+mn-ea"/>
                <a:cs typeface="Roboto" panose="02000000000000000000"/>
              </a:rPr>
              <a:t>Feedback</a:t>
            </a:r>
            <a:endParaRPr dirty="0">
              <a:latin typeface="+mn-ea"/>
              <a:ea typeface="+mn-ea"/>
            </a:endParaRPr>
          </a:p>
        </p:txBody>
      </p:sp>
      <p:pic>
        <p:nvPicPr>
          <p:cNvPr id="588176638" name="Grafik 588176637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1666875" y="1836419"/>
            <a:ext cx="8858250" cy="38766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519794" name="Titel 3"/>
          <p:cNvSpPr>
            <a:spLocks noGrp="1"/>
          </p:cNvSpPr>
          <p:nvPr>
            <p:ph type="title" hasCustomPrompt="1"/>
          </p:nvPr>
        </p:nvSpPr>
        <p:spPr bwMode="auto">
          <a:xfrm>
            <a:off x="1343025" y="76896"/>
            <a:ext cx="10656887" cy="468313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2800"/>
            </a:lvl1pPr>
          </a:lstStyle>
          <a:p>
            <a:pPr>
              <a:defRPr/>
            </a:pPr>
            <a:r>
              <a:rPr lang="de-DE" dirty="0">
                <a:cs typeface="Roboto" panose="02000000000000000000"/>
              </a:rPr>
              <a:t>Softwareengineering WS 25/26</a:t>
            </a:r>
            <a:br>
              <a:rPr lang="de-DE" dirty="0">
                <a:cs typeface="Roboto" panose="02000000000000000000"/>
              </a:rPr>
            </a:br>
            <a:r>
              <a:rPr lang="de-DE" dirty="0">
                <a:cs typeface="Roboto" panose="02000000000000000000"/>
              </a:rPr>
              <a:t>3. MVP</a:t>
            </a:r>
            <a:endParaRPr sz="2800" dirty="0"/>
          </a:p>
          <a:p>
            <a:pPr>
              <a:defRPr/>
            </a:pPr>
            <a:endParaRPr sz="2800" dirty="0"/>
          </a:p>
          <a:p>
            <a:pPr>
              <a:defRPr/>
            </a:pPr>
            <a:endParaRPr sz="2800" dirty="0"/>
          </a:p>
          <a:p>
            <a:pPr>
              <a:defRPr/>
            </a:pPr>
            <a:endParaRPr dirty="0"/>
          </a:p>
        </p:txBody>
      </p:sp>
      <p:pic>
        <p:nvPicPr>
          <p:cNvPr id="1634916047" name="Grafik 1634916046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2215444" y="1312333"/>
            <a:ext cx="7761110" cy="42333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UC Startfolie">
  <a:themeElements>
    <a:clrScheme name="Benutzerdefiniert 1">
      <a:dk1>
        <a:srgbClr val="000000"/>
      </a:dk1>
      <a:lt1>
        <a:srgbClr val="FFFFFF"/>
      </a:lt1>
      <a:dk2>
        <a:srgbClr val="7F7F7F"/>
      </a:dk2>
      <a:lt2>
        <a:srgbClr val="FFFFFF"/>
      </a:lt2>
      <a:accent1>
        <a:srgbClr val="005F50"/>
      </a:accent1>
      <a:accent2>
        <a:srgbClr val="4A8246"/>
      </a:accent2>
      <a:accent3>
        <a:srgbClr val="00C6A7"/>
      </a:accent3>
      <a:accent4>
        <a:srgbClr val="F2F2F2"/>
      </a:accent4>
      <a:accent5>
        <a:srgbClr val="92D050"/>
      </a:accent5>
      <a:accent6>
        <a:srgbClr val="00322A"/>
      </a:accent6>
      <a:hlink>
        <a:srgbClr val="005F50"/>
      </a:hlink>
      <a:folHlink>
        <a:srgbClr val="00AC8F"/>
      </a:folHlink>
    </a:clrScheme>
    <a:fontScheme name="4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arissa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UC Folgefolien ">
  <a:themeElements>
    <a:clrScheme name="Benutzerdefiniert 2">
      <a:dk1>
        <a:srgbClr val="000000"/>
      </a:dk1>
      <a:lt1>
        <a:srgbClr val="FFFFFF"/>
      </a:lt1>
      <a:dk2>
        <a:srgbClr val="7F7F7F"/>
      </a:dk2>
      <a:lt2>
        <a:srgbClr val="FFFFFF"/>
      </a:lt2>
      <a:accent1>
        <a:srgbClr val="005F50"/>
      </a:accent1>
      <a:accent2>
        <a:srgbClr val="4A8246"/>
      </a:accent2>
      <a:accent3>
        <a:srgbClr val="00C6A7"/>
      </a:accent3>
      <a:accent4>
        <a:srgbClr val="F2F2F2"/>
      </a:accent4>
      <a:accent5>
        <a:srgbClr val="92D050"/>
      </a:accent5>
      <a:accent6>
        <a:srgbClr val="00322A"/>
      </a:accent6>
      <a:hlink>
        <a:srgbClr val="005F50"/>
      </a:hlink>
      <a:folHlink>
        <a:srgbClr val="00AC8F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Larissa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</Words>
  <Application>WPS Presentation</Application>
  <PresentationFormat>Breitbild</PresentationFormat>
  <Paragraphs>31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SimSun</vt:lpstr>
      <vt:lpstr>Wingdings</vt:lpstr>
      <vt:lpstr>Arial</vt:lpstr>
      <vt:lpstr>InfoDispRegular-Roman</vt:lpstr>
      <vt:lpstr>Thonburi</vt:lpstr>
      <vt:lpstr>Roboto</vt:lpstr>
      <vt:lpstr>Roboto Condensed</vt:lpstr>
      <vt:lpstr>Times New Roman</vt:lpstr>
      <vt:lpstr>Microsoft YaHei</vt:lpstr>
      <vt:lpstr>汉仪旗黑</vt:lpstr>
      <vt:lpstr>Arial Unicode MS</vt:lpstr>
      <vt:lpstr>Calibri</vt:lpstr>
      <vt:lpstr>Helvetica Neue</vt:lpstr>
      <vt:lpstr>TUC Startfolie</vt:lpstr>
      <vt:lpstr>TUC Folgefolien </vt:lpstr>
      <vt:lpstr>Softwareengineering WS 25/26 3. MVP</vt:lpstr>
      <vt:lpstr>Softwareengineering WS 25/26 3. MVP</vt:lpstr>
      <vt:lpstr>Softwareengineering WS 25/26 3. MVP</vt:lpstr>
      <vt:lpstr>Softwareengineering WS 25/26 3. MVP</vt:lpstr>
      <vt:lpstr>Softwareengineering WS 25/26 3. MVP</vt:lpstr>
      <vt:lpstr>Softwareengineering WS 25/26 3. MVP</vt:lpstr>
      <vt:lpstr>Softwareengineering WS 25/26 3. MVP</vt:lpstr>
    </vt:vector>
  </TitlesOfParts>
  <Company>TU Chemnitz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Meilenstein: Design</dc:title>
  <dc:creator>Sepp Stage;Josias Krahl;Julian Fedas;Vanessa Vorpagel</dc:creator>
  <cp:category>Corporate Design der TU Chemnitz</cp:category>
  <cp:lastModifiedBy>natalieberndt</cp:lastModifiedBy>
  <cp:revision>17</cp:revision>
  <dcterms:created xsi:type="dcterms:W3CDTF">2026-01-06T17:50:35Z</dcterms:created>
  <dcterms:modified xsi:type="dcterms:W3CDTF">2026-01-06T17:50:35Z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E764361E7CB25B936B4B5D6912AAB600_43</vt:lpwstr>
  </property>
  <property fmtid="{D5CDD505-2E9C-101B-9397-08002B2CF9AE}" pid="3" name="KSOProductBuildVer">
    <vt:lpwstr>1031-12.1.23152.23152</vt:lpwstr>
  </property>
</Properties>
</file>