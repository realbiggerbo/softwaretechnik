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theme/theme3.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Masters/slideMaster2.xml" ContentType="application/vnd.openxmlformats-officedocument.presentationml.slideMaster+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howSpecialPlsOnTitleSld="0">
  <p:sldMasterIdLst>
    <p:sldMasterId id="2147483648" r:id="rId1"/>
    <p:sldMasterId id="2147483653" r:id="rId2"/>
  </p:sldMasterIdLst>
  <p:notesMasterIdLst>
    <p:notesMasterId r:id="rId9"/>
  </p:notesMasterIdLst>
  <p:sldIdLst>
    <p:sldId id="256" r:id="rId6"/>
    <p:sldId id="257" r:id="rId7"/>
    <p:sldId id="258" r:id="rId8"/>
  </p:sldIdLst>
  <p:sldSz cx="12192000" cy="6858000"/>
  <p:notesSz cx="9928225" cy="6797675"/>
  <p:defaultTextStyle>
    <a:defPPr>
      <a:defRPr lang="de-DE"/>
    </a:defPPr>
    <a:lvl1pPr algn="l" rtl="0">
      <a:spcBef>
        <a:spcPts val="0"/>
      </a:spcBef>
      <a:spcAft>
        <a:spcPts val="0"/>
      </a:spcAft>
      <a:defRPr>
        <a:solidFill>
          <a:schemeClr val="tx1"/>
        </a:solidFill>
        <a:latin typeface="Arial"/>
        <a:ea typeface="+mn-ea"/>
        <a:cs typeface="Arial"/>
      </a:defRPr>
    </a:lvl1pPr>
    <a:lvl2pPr marL="457200" algn="l" rtl="0">
      <a:spcBef>
        <a:spcPts val="0"/>
      </a:spcBef>
      <a:spcAft>
        <a:spcPts val="0"/>
      </a:spcAft>
      <a:defRPr>
        <a:solidFill>
          <a:schemeClr val="tx1"/>
        </a:solidFill>
        <a:latin typeface="Arial"/>
        <a:ea typeface="+mn-ea"/>
        <a:cs typeface="Arial"/>
      </a:defRPr>
    </a:lvl2pPr>
    <a:lvl3pPr marL="914400" algn="l" rtl="0">
      <a:spcBef>
        <a:spcPts val="0"/>
      </a:spcBef>
      <a:spcAft>
        <a:spcPts val="0"/>
      </a:spcAft>
      <a:defRPr>
        <a:solidFill>
          <a:schemeClr val="tx1"/>
        </a:solidFill>
        <a:latin typeface="Arial"/>
        <a:ea typeface="+mn-ea"/>
        <a:cs typeface="Arial"/>
      </a:defRPr>
    </a:lvl3pPr>
    <a:lvl4pPr marL="1371600" algn="l" rtl="0">
      <a:spcBef>
        <a:spcPts val="0"/>
      </a:spcBef>
      <a:spcAft>
        <a:spcPts val="0"/>
      </a:spcAft>
      <a:defRPr>
        <a:solidFill>
          <a:schemeClr val="tx1"/>
        </a:solidFill>
        <a:latin typeface="Arial"/>
        <a:ea typeface="+mn-ea"/>
        <a:cs typeface="Arial"/>
      </a:defRPr>
    </a:lvl4pPr>
    <a:lvl5pPr marL="1828800" algn="l" rtl="0">
      <a:spcBef>
        <a:spcPts val="0"/>
      </a:spcBef>
      <a:spcAft>
        <a:spcPts val="0"/>
      </a:spcAft>
      <a:defRPr>
        <a:solidFill>
          <a:schemeClr val="tx1"/>
        </a:solidFill>
        <a:latin typeface="Arial"/>
        <a:ea typeface="+mn-ea"/>
        <a:cs typeface="Arial"/>
      </a:defRPr>
    </a:lvl5pPr>
    <a:lvl6pPr marL="2286000" algn="l" defTabSz="914400" rtl="0">
      <a:defRPr>
        <a:solidFill>
          <a:schemeClr val="tx1"/>
        </a:solidFill>
        <a:latin typeface="Arial"/>
        <a:ea typeface="+mn-ea"/>
        <a:cs typeface="Arial"/>
      </a:defRPr>
    </a:lvl6pPr>
    <a:lvl7pPr marL="2743200" algn="l" defTabSz="914400" rtl="0">
      <a:defRPr>
        <a:solidFill>
          <a:schemeClr val="tx1"/>
        </a:solidFill>
        <a:latin typeface="Arial"/>
        <a:ea typeface="+mn-ea"/>
        <a:cs typeface="Arial"/>
      </a:defRPr>
    </a:lvl7pPr>
    <a:lvl8pPr marL="3200400" algn="l" defTabSz="914400" rtl="0">
      <a:defRPr>
        <a:solidFill>
          <a:schemeClr val="tx1"/>
        </a:solidFill>
        <a:latin typeface="Arial"/>
        <a:ea typeface="+mn-ea"/>
        <a:cs typeface="Arial"/>
      </a:defRPr>
    </a:lvl8pPr>
    <a:lvl9pPr marL="3657600" algn="l" defTabSz="914400" rtl="0">
      <a:defRPr>
        <a:solidFill>
          <a:schemeClr val="tx1"/>
        </a:solidFill>
        <a:latin typeface="Arial"/>
        <a:ea typeface="+mn-ea"/>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20" d="100"/>
          <a:sy n="120" d="100"/>
        </p:scale>
        <p:origin x="120" y="378"/>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theme" Target="theme/theme1.xml"/><Relationship Id="rId4" Type="http://schemas.openxmlformats.org/officeDocument/2006/relationships/theme" Target="theme/theme2.xml"/><Relationship Id="rId5" Type="http://schemas.openxmlformats.org/officeDocument/2006/relationships/theme" Target="theme/theme3.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notesMaster" Target="notesMasters/notesMaster1.xml"/><Relationship Id="rId10" Type="http://schemas.openxmlformats.org/officeDocument/2006/relationships/presProps" Target="presProps.xml" /><Relationship Id="rId11" Type="http://schemas.openxmlformats.org/officeDocument/2006/relationships/tableStyles" Target="tableStyles.xml" /><Relationship Id="rId12"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bg1"/>
        </a:solidFill>
      </p:bgPr>
    </p:bg>
    <p:spTree>
      <p:nvGrpSpPr>
        <p:cNvPr id="1" name=""/>
        <p:cNvGrpSpPr/>
        <p:nvPr/>
      </p:nvGrpSpPr>
      <p:grpSpPr bwMode="auto">
        <a:xfrm>
          <a:off x="0" y="0"/>
          <a:ext cx="0" cy="0"/>
          <a:chOff x="0" y="0"/>
          <a:chExt cx="0" cy="0"/>
        </a:xfrm>
      </p:grpSpPr>
      <p:sp>
        <p:nvSpPr>
          <p:cNvPr id="1352303899" name="Rectangle 2"/>
          <p:cNvSpPr>
            <a:spLocks noChangeArrowheads="1" noGrp="1"/>
          </p:cNvSpPr>
          <p:nvPr>
            <p:ph type="hdr" sz="quarter"/>
          </p:nvPr>
        </p:nvSpPr>
        <p:spPr bwMode="auto">
          <a:xfrm>
            <a:off x="0" y="0"/>
            <a:ext cx="4303314" cy="340211"/>
          </a:xfrm>
          <a:prstGeom prst="rect">
            <a:avLst/>
          </a:prstGeom>
          <a:noFill/>
          <a:ln>
            <a:noFill/>
          </a:ln>
          <a:effectLst/>
        </p:spPr>
        <p:txBody>
          <a:bodyPr vert="horz" wrap="square" lIns="92153" tIns="46077" rIns="92153" bIns="46077" numCol="1" anchor="t" anchorCtr="0" compatLnSpc="1">
            <a:prstTxWarp prst="textNoShape"/>
          </a:bodyPr>
          <a:lstStyle>
            <a:lvl1pPr algn="l">
              <a:defRPr sz="1200">
                <a:latin typeface="Arial"/>
                <a:cs typeface="+mn-cs"/>
              </a:defRPr>
            </a:lvl1pPr>
          </a:lstStyle>
          <a:p>
            <a:pPr>
              <a:defRPr/>
            </a:pPr>
            <a:endParaRPr lang="de-DE"/>
          </a:p>
        </p:txBody>
      </p:sp>
      <p:sp>
        <p:nvSpPr>
          <p:cNvPr id="1991961264" name="Rectangle 3"/>
          <p:cNvSpPr>
            <a:spLocks noChangeArrowheads="1" noGrp="1"/>
          </p:cNvSpPr>
          <p:nvPr>
            <p:ph type="dt" idx="1"/>
          </p:nvPr>
        </p:nvSpPr>
        <p:spPr bwMode="auto">
          <a:xfrm>
            <a:off x="5622594" y="0"/>
            <a:ext cx="4303314" cy="340211"/>
          </a:xfrm>
          <a:prstGeom prst="rect">
            <a:avLst/>
          </a:prstGeom>
          <a:noFill/>
          <a:ln>
            <a:noFill/>
          </a:ln>
          <a:effectLst/>
        </p:spPr>
        <p:txBody>
          <a:bodyPr vert="horz" wrap="square" lIns="92153" tIns="46077" rIns="92153" bIns="46077" numCol="1" anchor="t" anchorCtr="0" compatLnSpc="1">
            <a:prstTxWarp prst="textNoShape"/>
          </a:bodyPr>
          <a:lstStyle>
            <a:lvl1pPr algn="r">
              <a:defRPr sz="1200">
                <a:latin typeface="Arial"/>
                <a:cs typeface="+mn-cs"/>
              </a:defRPr>
            </a:lvl1pPr>
          </a:lstStyle>
          <a:p>
            <a:pPr>
              <a:defRPr/>
            </a:pPr>
            <a:endParaRPr lang="de-DE"/>
          </a:p>
        </p:txBody>
      </p:sp>
      <p:sp>
        <p:nvSpPr>
          <p:cNvPr id="235965633" name="Rectangle 4"/>
          <p:cNvSpPr>
            <a:spLocks noChangeArrowheads="1" noChangeAspect="1" noGrp="1" noRot="1" noTextEdit="1"/>
          </p:cNvSpPr>
          <p:nvPr>
            <p:ph type="sldImg" idx="2"/>
          </p:nvPr>
        </p:nvSpPr>
        <p:spPr bwMode="auto">
          <a:xfrm>
            <a:off x="2698750" y="509588"/>
            <a:ext cx="4530725" cy="2549525"/>
          </a:xfrm>
          <a:prstGeom prst="rect">
            <a:avLst/>
          </a:prstGeom>
          <a:noFill/>
          <a:ln w="9525">
            <a:solidFill>
              <a:srgbClr val="000000"/>
            </a:solidFill>
            <a:miter lim="800000"/>
            <a:headEnd/>
            <a:tailEnd/>
          </a:ln>
          <a:effectLst/>
        </p:spPr>
      </p:sp>
      <p:sp>
        <p:nvSpPr>
          <p:cNvPr id="1902144169" name="Rectangle 5"/>
          <p:cNvSpPr>
            <a:spLocks noChangeArrowheads="1" noGrp="1"/>
          </p:cNvSpPr>
          <p:nvPr>
            <p:ph type="body" sz="quarter" idx="3"/>
          </p:nvPr>
        </p:nvSpPr>
        <p:spPr bwMode="auto">
          <a:xfrm>
            <a:off x="992360" y="3228190"/>
            <a:ext cx="7943508" cy="3059714"/>
          </a:xfrm>
          <a:prstGeom prst="rect">
            <a:avLst/>
          </a:prstGeom>
          <a:noFill/>
          <a:ln>
            <a:noFill/>
          </a:ln>
          <a:effectLst/>
        </p:spPr>
        <p:txBody>
          <a:bodyPr vert="horz" wrap="square" lIns="92153" tIns="46077" rIns="92153" bIns="46077" numCol="1" anchor="t" anchorCtr="0" compatLnSpc="1">
            <a:prstTxWarp prst="textNoShape"/>
          </a:bodyPr>
          <a:lstStyle/>
          <a:p>
            <a:pPr lvl="0">
              <a:defRPr/>
            </a:pPr>
            <a:r>
              <a:rPr lang="de-DE"/>
              <a:t>Textmasterformate durch Klicken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
        <p:nvSpPr>
          <p:cNvPr id="112413096" name="Rectangle 6"/>
          <p:cNvSpPr>
            <a:spLocks noChangeArrowheads="1" noGrp="1"/>
          </p:cNvSpPr>
          <p:nvPr>
            <p:ph type="ftr" sz="quarter" idx="4"/>
          </p:nvPr>
        </p:nvSpPr>
        <p:spPr bwMode="auto">
          <a:xfrm>
            <a:off x="0" y="6456379"/>
            <a:ext cx="4303314" cy="340211"/>
          </a:xfrm>
          <a:prstGeom prst="rect">
            <a:avLst/>
          </a:prstGeom>
          <a:noFill/>
          <a:ln>
            <a:noFill/>
          </a:ln>
          <a:effectLst/>
        </p:spPr>
        <p:txBody>
          <a:bodyPr vert="horz" wrap="square" lIns="92153" tIns="46077" rIns="92153" bIns="46077" numCol="1" anchor="b" anchorCtr="0" compatLnSpc="1">
            <a:prstTxWarp prst="textNoShape"/>
          </a:bodyPr>
          <a:lstStyle>
            <a:lvl1pPr algn="l">
              <a:defRPr sz="1200">
                <a:latin typeface="Arial"/>
                <a:cs typeface="+mn-cs"/>
              </a:defRPr>
            </a:lvl1pPr>
          </a:lstStyle>
          <a:p>
            <a:pPr>
              <a:defRPr/>
            </a:pPr>
            <a:endParaRPr lang="de-DE"/>
          </a:p>
        </p:txBody>
      </p:sp>
      <p:sp>
        <p:nvSpPr>
          <p:cNvPr id="1830805036" name="Rectangle 7"/>
          <p:cNvSpPr>
            <a:spLocks noChangeArrowheads="1" noGrp="1"/>
          </p:cNvSpPr>
          <p:nvPr>
            <p:ph type="sldNum" sz="quarter" idx="5"/>
          </p:nvPr>
        </p:nvSpPr>
        <p:spPr bwMode="auto">
          <a:xfrm>
            <a:off x="5622594" y="6456379"/>
            <a:ext cx="4303314" cy="340211"/>
          </a:xfrm>
          <a:prstGeom prst="rect">
            <a:avLst/>
          </a:prstGeom>
          <a:noFill/>
          <a:ln>
            <a:noFill/>
          </a:ln>
          <a:effectLst/>
        </p:spPr>
        <p:txBody>
          <a:bodyPr vert="horz" wrap="square" lIns="92153" tIns="46077" rIns="92153" bIns="46077" numCol="1" anchor="b" anchorCtr="0" compatLnSpc="1">
            <a:prstTxWarp prst="textNoShape"/>
          </a:bodyPr>
          <a:lstStyle>
            <a:lvl1pPr algn="r">
              <a:defRPr sz="1200"/>
            </a:lvl1pPr>
          </a:lstStyle>
          <a:p>
            <a:pPr>
              <a:defRPr/>
            </a:pPr>
            <a:fld id="{5EB2B633-7BEC-49A7-B3BF-92E0C7E450E6}" type="slidenum">
              <a:rPr lang="de-DE"/>
              <a:t>‹Nr.›</a:t>
            </a:fld>
            <a:endParaRPr lang="de-DE"/>
          </a:p>
        </p:txBody>
      </p:sp>
    </p:spTree>
  </p:cSld>
  <p:clrMap bg1="lt1" tx1="dk1" bg2="lt2" tx2="dk2" accent1="accent1" accent2="accent2" accent3="accent3" accent4="accent4" accent5="accent5" accent6="accent6" hlink="hlink" folHlink="folHlink"/>
  <p:notesStyle>
    <a:lvl1pPr algn="l" rtl="0">
      <a:spcBef>
        <a:spcPts val="0"/>
      </a:spcBef>
      <a:spcAft>
        <a:spcPts val="0"/>
      </a:spcAft>
      <a:defRPr sz="1200">
        <a:solidFill>
          <a:schemeClr val="tx1"/>
        </a:solidFill>
        <a:latin typeface="Arial"/>
        <a:ea typeface="+mn-ea"/>
        <a:cs typeface="+mn-cs"/>
      </a:defRPr>
    </a:lvl1pPr>
    <a:lvl2pPr marL="457200" algn="l" rtl="0">
      <a:spcBef>
        <a:spcPts val="0"/>
      </a:spcBef>
      <a:spcAft>
        <a:spcPts val="0"/>
      </a:spcAft>
      <a:defRPr sz="1200">
        <a:solidFill>
          <a:schemeClr val="tx1"/>
        </a:solidFill>
        <a:latin typeface="Arial"/>
        <a:ea typeface="+mn-ea"/>
        <a:cs typeface="+mn-cs"/>
      </a:defRPr>
    </a:lvl2pPr>
    <a:lvl3pPr marL="914400" algn="l" rtl="0">
      <a:spcBef>
        <a:spcPts val="0"/>
      </a:spcBef>
      <a:spcAft>
        <a:spcPts val="0"/>
      </a:spcAft>
      <a:defRPr sz="1200">
        <a:solidFill>
          <a:schemeClr val="tx1"/>
        </a:solidFill>
        <a:latin typeface="Arial"/>
        <a:ea typeface="+mn-ea"/>
        <a:cs typeface="+mn-cs"/>
      </a:defRPr>
    </a:lvl3pPr>
    <a:lvl4pPr marL="1371600" algn="l" rtl="0">
      <a:spcBef>
        <a:spcPts val="0"/>
      </a:spcBef>
      <a:spcAft>
        <a:spcPts val="0"/>
      </a:spcAft>
      <a:defRPr sz="1200">
        <a:solidFill>
          <a:schemeClr val="tx1"/>
        </a:solidFill>
        <a:latin typeface="Arial"/>
        <a:ea typeface="+mn-ea"/>
        <a:cs typeface="+mn-cs"/>
      </a:defRPr>
    </a:lvl4pPr>
    <a:lvl5pPr marL="1828800" algn="l" rtl="0">
      <a:spcBef>
        <a:spcPts val="0"/>
      </a:spcBef>
      <a:spcAft>
        <a:spcPts val="0"/>
      </a:spcAft>
      <a:defRPr sz="1200">
        <a:solidFill>
          <a:schemeClr val="tx1"/>
        </a:solidFill>
        <a:latin typeface="Arial"/>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62748282" name="Folienbildplatzhalter 1"/>
          <p:cNvSpPr>
            <a:spLocks noChangeAspect="1" noGrp="1" noRot="1"/>
          </p:cNvSpPr>
          <p:nvPr>
            <p:ph type="sldImg"/>
          </p:nvPr>
        </p:nvSpPr>
        <p:spPr bwMode="auto"/>
      </p:sp>
      <p:sp>
        <p:nvSpPr>
          <p:cNvPr id="991178750" name="Notizenplatzhalter 2"/>
          <p:cNvSpPr>
            <a:spLocks noGrp="1"/>
          </p:cNvSpPr>
          <p:nvPr>
            <p:ph type="body" idx="1"/>
          </p:nvPr>
        </p:nvSpPr>
        <p:spPr bwMode="auto"/>
        <p:txBody>
          <a:bodyPr/>
          <a:lstStyle/>
          <a:p>
            <a:pPr>
              <a:defRPr/>
            </a:pPr>
            <a:endParaRPr lang="de-DE"/>
          </a:p>
        </p:txBody>
      </p:sp>
      <p:sp>
        <p:nvSpPr>
          <p:cNvPr id="1795468340" name="Foliennummernplatzhalter 3"/>
          <p:cNvSpPr>
            <a:spLocks noGrp="1"/>
          </p:cNvSpPr>
          <p:nvPr>
            <p:ph type="sldNum" sz="quarter" idx="5"/>
          </p:nvPr>
        </p:nvSpPr>
        <p:spPr bwMode="auto"/>
        <p:txBody>
          <a:bodyPr/>
          <a:lstStyle/>
          <a:p>
            <a:pPr>
              <a:defRPr/>
            </a:pPr>
            <a:fld id="{5EB2B633-7BEC-49A7-B3BF-92E0C7E450E6}" type="slidenum">
              <a:rPr lang="de-DE"/>
              <a:t>1</a:t>
            </a:fld>
            <a:endParaRPr lang="de-D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7104877" name="Folienbildplatzhalter 1"/>
          <p:cNvSpPr>
            <a:spLocks noChangeAspect="1" noGrp="1" noRot="1"/>
          </p:cNvSpPr>
          <p:nvPr>
            <p:ph type="sldImg"/>
          </p:nvPr>
        </p:nvSpPr>
        <p:spPr bwMode="auto"/>
      </p:sp>
      <p:sp>
        <p:nvSpPr>
          <p:cNvPr id="786408662" name="Notizenplatzhalter 2"/>
          <p:cNvSpPr>
            <a:spLocks noGrp="1"/>
          </p:cNvSpPr>
          <p:nvPr>
            <p:ph type="body" idx="1"/>
          </p:nvPr>
        </p:nvSpPr>
        <p:spPr bwMode="auto"/>
        <p:txBody>
          <a:bodyPr/>
          <a:lstStyle/>
          <a:p>
            <a:pPr>
              <a:defRPr/>
            </a:pPr>
            <a:endParaRPr lang="de-DE"/>
          </a:p>
        </p:txBody>
      </p:sp>
      <p:sp>
        <p:nvSpPr>
          <p:cNvPr id="1473678983" name="Foliennummernplatzhalter 3"/>
          <p:cNvSpPr>
            <a:spLocks noGrp="1"/>
          </p:cNvSpPr>
          <p:nvPr>
            <p:ph type="sldNum" sz="quarter" idx="5"/>
          </p:nvPr>
        </p:nvSpPr>
        <p:spPr bwMode="auto"/>
        <p:txBody>
          <a:bodyPr/>
          <a:lstStyle/>
          <a:p>
            <a:pPr>
              <a:defRPr/>
            </a:pPr>
            <a:fld id="{5EB2B633-7BEC-49A7-B3BF-92E0C7E450E6}" type="slidenum">
              <a:rPr lang="de-DE"/>
              <a:t>2</a:t>
            </a:fld>
            <a:endParaRPr lang="de-D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EFF466F1-8E8D-BB32-ECE2-97090BA04EFD}"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iegmar">
    <p:spTree>
      <p:nvGrpSpPr>
        <p:cNvPr id="1" name=""/>
        <p:cNvGrpSpPr/>
        <p:nvPr/>
      </p:nvGrpSpPr>
      <p:grpSpPr bwMode="auto">
        <a:xfrm>
          <a:off x="0" y="0"/>
          <a:ext cx="0" cy="0"/>
          <a:chOff x="0" y="0"/>
          <a:chExt cx="0" cy="0"/>
        </a:xfrm>
      </p:grpSpPr>
      <p:sp>
        <p:nvSpPr>
          <p:cNvPr id="1625852937" name="Titelplatzhalter 25"/>
          <p:cNvSpPr>
            <a:spLocks noGrp="1"/>
          </p:cNvSpPr>
          <p:nvPr>
            <p:ph type="title"/>
          </p:nvPr>
        </p:nvSpPr>
        <p:spPr bwMode="auto">
          <a:xfrm>
            <a:off x="2387600" y="266700"/>
            <a:ext cx="9504363" cy="893763"/>
          </a:xfrm>
          <a:prstGeom prst="rect">
            <a:avLst/>
          </a:prstGeom>
        </p:spPr>
        <p:txBody>
          <a:bodyPr vert="horz" lIns="0" tIns="0" rIns="0" bIns="0" rtlCol="0" anchor="t" anchorCtr="0">
            <a:normAutofit/>
          </a:bodyPr>
          <a:lstStyle>
            <a:lvl1pPr>
              <a:defRPr b="1">
                <a:solidFill>
                  <a:schemeClr val="bg1"/>
                </a:solidFill>
              </a:defRPr>
            </a:lvl1pPr>
          </a:lstStyle>
          <a:p>
            <a:pPr>
              <a:defRPr/>
            </a:pPr>
            <a:r>
              <a:rPr lang="de-DE"/>
              <a:t>Titelmasterformat durch Klicken bearbeiten</a:t>
            </a:r>
            <a:endParaRPr lang="de-DE"/>
          </a:p>
        </p:txBody>
      </p:sp>
      <p:sp>
        <p:nvSpPr>
          <p:cNvPr id="1876788091" name="Textplatzhalter 7"/>
          <p:cNvSpPr>
            <a:spLocks noGrp="1"/>
          </p:cNvSpPr>
          <p:nvPr>
            <p:ph type="body" sz="quarter" idx="13"/>
          </p:nvPr>
        </p:nvSpPr>
        <p:spPr bwMode="auto">
          <a:xfrm>
            <a:off x="334963" y="1776095"/>
            <a:ext cx="11557000" cy="448945"/>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
        <p:nvSpPr>
          <p:cNvPr id="178901986" name="Bildplatzhalter 2"/>
          <p:cNvSpPr>
            <a:spLocks noGrp="1"/>
          </p:cNvSpPr>
          <p:nvPr>
            <p:ph type="pic" sz="quarter" idx="10"/>
          </p:nvPr>
        </p:nvSpPr>
        <p:spPr bwMode="auto">
          <a:xfrm>
            <a:off x="0" y="2420938"/>
            <a:ext cx="12192000" cy="4096740"/>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lang="de-D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delsberg">
    <p:spTree>
      <p:nvGrpSpPr>
        <p:cNvPr id="1" name=""/>
        <p:cNvGrpSpPr/>
        <p:nvPr/>
      </p:nvGrpSpPr>
      <p:grpSpPr bwMode="auto">
        <a:xfrm>
          <a:off x="0" y="0"/>
          <a:ext cx="0" cy="0"/>
          <a:chOff x="0" y="0"/>
          <a:chExt cx="0" cy="0"/>
        </a:xfrm>
      </p:grpSpPr>
      <p:sp>
        <p:nvSpPr>
          <p:cNvPr id="788663744" name="Titelplatzhalter 25"/>
          <p:cNvSpPr>
            <a:spLocks noGrp="1"/>
          </p:cNvSpPr>
          <p:nvPr>
            <p:ph type="title"/>
          </p:nvPr>
        </p:nvSpPr>
        <p:spPr bwMode="auto">
          <a:xfrm>
            <a:off x="2387600" y="266700"/>
            <a:ext cx="9504362" cy="893763"/>
          </a:xfrm>
          <a:prstGeom prst="rect">
            <a:avLst/>
          </a:prstGeom>
        </p:spPr>
        <p:txBody>
          <a:bodyPr vert="horz" lIns="0" tIns="0" rIns="0" bIns="0" rtlCol="0" anchor="t" anchorCtr="0">
            <a:normAutofit/>
          </a:bodyPr>
          <a:lstStyle>
            <a:lvl1pPr>
              <a:defRPr b="1">
                <a:solidFill>
                  <a:schemeClr val="bg1"/>
                </a:solidFill>
              </a:defRPr>
            </a:lvl1pPr>
          </a:lstStyle>
          <a:p>
            <a:pPr>
              <a:defRPr/>
            </a:pPr>
            <a:r>
              <a:rPr lang="de-DE"/>
              <a:t>Titelmasterformat durch Klicken bearbeiten</a:t>
            </a:r>
            <a:endParaRPr lang="de-DE"/>
          </a:p>
        </p:txBody>
      </p:sp>
      <p:sp>
        <p:nvSpPr>
          <p:cNvPr id="1505214677" name="Textplatzhalter 7"/>
          <p:cNvSpPr>
            <a:spLocks noGrp="1"/>
          </p:cNvSpPr>
          <p:nvPr>
            <p:ph type="body" sz="quarter" idx="13"/>
          </p:nvPr>
        </p:nvSpPr>
        <p:spPr bwMode="auto">
          <a:xfrm>
            <a:off x="334963" y="1776095"/>
            <a:ext cx="11557000" cy="448945"/>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
        <p:nvSpPr>
          <p:cNvPr id="117162426" name="Bildplatzhalter 2"/>
          <p:cNvSpPr>
            <a:spLocks noGrp="1"/>
          </p:cNvSpPr>
          <p:nvPr>
            <p:ph type="pic" sz="quarter" idx="10"/>
          </p:nvPr>
        </p:nvSpPr>
        <p:spPr bwMode="auto">
          <a:xfrm>
            <a:off x="0" y="2420938"/>
            <a:ext cx="2711450" cy="2440622"/>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lang="de-DE"/>
          </a:p>
        </p:txBody>
      </p:sp>
      <p:sp>
        <p:nvSpPr>
          <p:cNvPr id="1239485023" name="Bildplatzhalter 2"/>
          <p:cNvSpPr>
            <a:spLocks noGrp="1"/>
          </p:cNvSpPr>
          <p:nvPr>
            <p:ph type="pic" sz="quarter" idx="14"/>
          </p:nvPr>
        </p:nvSpPr>
        <p:spPr bwMode="auto">
          <a:xfrm>
            <a:off x="2711450" y="2420938"/>
            <a:ext cx="5225098" cy="2440622"/>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lang="de-DE"/>
          </a:p>
        </p:txBody>
      </p:sp>
      <p:sp>
        <p:nvSpPr>
          <p:cNvPr id="1547159681" name="Bildplatzhalter 2"/>
          <p:cNvSpPr>
            <a:spLocks noGrp="1"/>
          </p:cNvSpPr>
          <p:nvPr>
            <p:ph type="pic" sz="quarter" idx="15"/>
          </p:nvPr>
        </p:nvSpPr>
        <p:spPr bwMode="auto">
          <a:xfrm>
            <a:off x="7940040" y="2420938"/>
            <a:ext cx="4251960" cy="2440622"/>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lang="de-DE"/>
          </a:p>
        </p:txBody>
      </p:sp>
      <p:sp>
        <p:nvSpPr>
          <p:cNvPr id="673797934" name="Bildplatzhalter 4"/>
          <p:cNvSpPr>
            <a:spLocks noGrp="1"/>
          </p:cNvSpPr>
          <p:nvPr>
            <p:ph type="pic" sz="quarter" idx="16" hasCustomPrompt="1"/>
          </p:nvPr>
        </p:nvSpPr>
        <p:spPr bwMode="auto">
          <a:xfrm>
            <a:off x="334963" y="5200967"/>
            <a:ext cx="1404937" cy="999807"/>
          </a:xfrm>
          <a:prstGeom prst="rect">
            <a:avLst/>
          </a:prstGeom>
        </p:spPr>
        <p:txBody>
          <a:bodyPr anchor="b">
            <a:noAutofit/>
          </a:bodyPr>
          <a:lstStyle>
            <a:lvl1pPr marL="0" indent="0" algn="ctr">
              <a:buNone/>
              <a:defRPr sz="2000">
                <a:latin typeface="Roboto"/>
                <a:ea typeface="Roboto"/>
              </a:defRPr>
            </a:lvl1pPr>
          </a:lstStyle>
          <a:p>
            <a:pPr>
              <a:defRPr/>
            </a:pPr>
            <a:r>
              <a:rPr lang="de-DE"/>
              <a:t>Logo</a:t>
            </a:r>
            <a:endParaRPr/>
          </a:p>
        </p:txBody>
      </p:sp>
      <p:sp>
        <p:nvSpPr>
          <p:cNvPr id="372252317" name="Textplatzhalter 7"/>
          <p:cNvSpPr>
            <a:spLocks noGrp="1"/>
          </p:cNvSpPr>
          <p:nvPr>
            <p:ph type="body" sz="quarter" idx="11"/>
          </p:nvPr>
        </p:nvSpPr>
        <p:spPr bwMode="auto">
          <a:xfrm>
            <a:off x="2387601" y="5139267"/>
            <a:ext cx="9504362" cy="1061508"/>
          </a:xfrm>
          <a:prstGeom prst="rect">
            <a:avLst/>
          </a:prstGeom>
        </p:spPr>
        <p:txBody>
          <a:bodyPr lIns="0" tIns="0" rIns="0" bIns="0">
            <a:normAutofit/>
          </a:bodyPr>
          <a:lstStyle>
            <a:lvl1pPr marL="0" indent="0">
              <a:buNone/>
              <a:defRPr sz="2000">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lösa">
    <p:spTree>
      <p:nvGrpSpPr>
        <p:cNvPr id="1" name=""/>
        <p:cNvGrpSpPr/>
        <p:nvPr/>
      </p:nvGrpSpPr>
      <p:grpSpPr bwMode="auto">
        <a:xfrm>
          <a:off x="0" y="0"/>
          <a:ext cx="0" cy="0"/>
          <a:chOff x="0" y="0"/>
          <a:chExt cx="0" cy="0"/>
        </a:xfrm>
      </p:grpSpPr>
      <p:sp>
        <p:nvSpPr>
          <p:cNvPr id="1576776775" name="Titelplatzhalter 25"/>
          <p:cNvSpPr>
            <a:spLocks noGrp="1"/>
          </p:cNvSpPr>
          <p:nvPr>
            <p:ph type="title"/>
          </p:nvPr>
        </p:nvSpPr>
        <p:spPr bwMode="auto">
          <a:xfrm>
            <a:off x="2387600" y="266700"/>
            <a:ext cx="9504362" cy="893763"/>
          </a:xfrm>
          <a:prstGeom prst="rect">
            <a:avLst/>
          </a:prstGeom>
        </p:spPr>
        <p:txBody>
          <a:bodyPr vert="horz" lIns="0" tIns="0" rIns="0" bIns="0" rtlCol="0" anchor="t" anchorCtr="0">
            <a:normAutofit/>
          </a:bodyPr>
          <a:lstStyle>
            <a:lvl1pPr>
              <a:defRPr b="1">
                <a:solidFill>
                  <a:schemeClr val="bg1"/>
                </a:solidFill>
              </a:defRPr>
            </a:lvl1pPr>
          </a:lstStyle>
          <a:p>
            <a:pPr>
              <a:defRPr/>
            </a:pPr>
            <a:r>
              <a:rPr lang="de-DE"/>
              <a:t>Titelmasterformat durch Klicken bearbeiten</a:t>
            </a:r>
            <a:endParaRPr lang="de-DE"/>
          </a:p>
        </p:txBody>
      </p:sp>
      <p:sp>
        <p:nvSpPr>
          <p:cNvPr id="151963710" name="Bildplatzhalter 4"/>
          <p:cNvSpPr>
            <a:spLocks noGrp="1"/>
          </p:cNvSpPr>
          <p:nvPr>
            <p:ph type="pic" sz="quarter" idx="11" hasCustomPrompt="1"/>
          </p:nvPr>
        </p:nvSpPr>
        <p:spPr bwMode="auto">
          <a:xfrm>
            <a:off x="334963" y="1844675"/>
            <a:ext cx="1404937" cy="1381125"/>
          </a:xfrm>
          <a:prstGeom prst="rect">
            <a:avLst/>
          </a:prstGeom>
        </p:spPr>
        <p:txBody>
          <a:bodyPr anchor="b">
            <a:noAutofit/>
          </a:bodyPr>
          <a:lstStyle>
            <a:lvl1pPr marL="0" indent="0" algn="ctr">
              <a:buNone/>
              <a:defRPr sz="2000">
                <a:latin typeface="Roboto"/>
                <a:ea typeface="Roboto"/>
              </a:defRPr>
            </a:lvl1pPr>
          </a:lstStyle>
          <a:p>
            <a:pPr>
              <a:defRPr/>
            </a:pPr>
            <a:r>
              <a:rPr lang="de-DE"/>
              <a:t>Logo</a:t>
            </a:r>
            <a:endParaRPr/>
          </a:p>
        </p:txBody>
      </p:sp>
      <p:sp>
        <p:nvSpPr>
          <p:cNvPr id="1147307478" name="Textplatzhalter 7"/>
          <p:cNvSpPr>
            <a:spLocks noGrp="1"/>
          </p:cNvSpPr>
          <p:nvPr>
            <p:ph type="body" sz="quarter" idx="13"/>
          </p:nvPr>
        </p:nvSpPr>
        <p:spPr bwMode="auto">
          <a:xfrm>
            <a:off x="2711449" y="1775461"/>
            <a:ext cx="9180513" cy="518160"/>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
        <p:nvSpPr>
          <p:cNvPr id="1414589784" name="Bildplatzhalter 2"/>
          <p:cNvSpPr>
            <a:spLocks noGrp="1"/>
          </p:cNvSpPr>
          <p:nvPr>
            <p:ph type="pic" sz="quarter" idx="10"/>
          </p:nvPr>
        </p:nvSpPr>
        <p:spPr bwMode="auto">
          <a:xfrm>
            <a:off x="2711450" y="2420938"/>
            <a:ext cx="9480550" cy="4096740"/>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lang="de-D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Kaßberg">
    <p:spTree>
      <p:nvGrpSpPr>
        <p:cNvPr id="1" name=""/>
        <p:cNvGrpSpPr/>
        <p:nvPr/>
      </p:nvGrpSpPr>
      <p:grpSpPr bwMode="auto">
        <a:xfrm>
          <a:off x="0" y="0"/>
          <a:ext cx="0" cy="0"/>
          <a:chOff x="0" y="0"/>
          <a:chExt cx="0" cy="0"/>
        </a:xfrm>
      </p:grpSpPr>
      <p:sp>
        <p:nvSpPr>
          <p:cNvPr id="1154264949" name="Titelplatzhalter 25"/>
          <p:cNvSpPr>
            <a:spLocks noGrp="1"/>
          </p:cNvSpPr>
          <p:nvPr>
            <p:ph type="title"/>
          </p:nvPr>
        </p:nvSpPr>
        <p:spPr bwMode="auto">
          <a:xfrm>
            <a:off x="2387600" y="266700"/>
            <a:ext cx="9504363" cy="893763"/>
          </a:xfrm>
          <a:prstGeom prst="rect">
            <a:avLst/>
          </a:prstGeom>
        </p:spPr>
        <p:txBody>
          <a:bodyPr vert="horz" lIns="0" tIns="0" rIns="0" bIns="0" rtlCol="0" anchor="t" anchorCtr="0">
            <a:normAutofit/>
          </a:bodyPr>
          <a:lstStyle>
            <a:lvl1pPr>
              <a:defRPr b="1">
                <a:solidFill>
                  <a:schemeClr val="bg1"/>
                </a:solidFill>
              </a:defRPr>
            </a:lvl1pPr>
          </a:lstStyle>
          <a:p>
            <a:pPr>
              <a:defRPr/>
            </a:pPr>
            <a:r>
              <a:rPr lang="de-DE"/>
              <a:t>Titelmasterformat durch Klicken bearbeiten</a:t>
            </a:r>
            <a:endParaRPr lang="de-DE"/>
          </a:p>
        </p:txBody>
      </p:sp>
      <p:sp>
        <p:nvSpPr>
          <p:cNvPr id="1559457990" name="Bildplatzhalter 2"/>
          <p:cNvSpPr>
            <a:spLocks noGrp="1"/>
          </p:cNvSpPr>
          <p:nvPr>
            <p:ph type="pic" sz="quarter" idx="14"/>
          </p:nvPr>
        </p:nvSpPr>
        <p:spPr bwMode="auto">
          <a:xfrm>
            <a:off x="0" y="1484313"/>
            <a:ext cx="3169920" cy="3186747"/>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lang="de-DE"/>
          </a:p>
        </p:txBody>
      </p:sp>
      <p:sp>
        <p:nvSpPr>
          <p:cNvPr id="1581927044" name="Bildplatzhalter 2"/>
          <p:cNvSpPr>
            <a:spLocks noGrp="1"/>
          </p:cNvSpPr>
          <p:nvPr>
            <p:ph type="pic" sz="quarter" idx="10"/>
          </p:nvPr>
        </p:nvSpPr>
        <p:spPr bwMode="auto">
          <a:xfrm>
            <a:off x="3177540" y="1484313"/>
            <a:ext cx="4930140" cy="3186747"/>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lang="de-DE"/>
          </a:p>
        </p:txBody>
      </p:sp>
      <p:sp>
        <p:nvSpPr>
          <p:cNvPr id="1602962274" name="Bildplatzhalter 2"/>
          <p:cNvSpPr>
            <a:spLocks noGrp="1"/>
          </p:cNvSpPr>
          <p:nvPr>
            <p:ph type="pic" sz="quarter" idx="15"/>
          </p:nvPr>
        </p:nvSpPr>
        <p:spPr bwMode="auto">
          <a:xfrm>
            <a:off x="8115300" y="1484313"/>
            <a:ext cx="4076699" cy="3186747"/>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lang="de-DE"/>
          </a:p>
        </p:txBody>
      </p:sp>
      <p:sp>
        <p:nvSpPr>
          <p:cNvPr id="876023265" name="Textplatzhalter 7"/>
          <p:cNvSpPr>
            <a:spLocks noGrp="1"/>
          </p:cNvSpPr>
          <p:nvPr>
            <p:ph type="body" sz="quarter" idx="13"/>
          </p:nvPr>
        </p:nvSpPr>
        <p:spPr bwMode="auto">
          <a:xfrm>
            <a:off x="334963" y="4938395"/>
            <a:ext cx="11557000" cy="1262380"/>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Reichenhain">
    <p:spTree>
      <p:nvGrpSpPr>
        <p:cNvPr id="1" name=""/>
        <p:cNvGrpSpPr/>
        <p:nvPr/>
      </p:nvGrpSpPr>
      <p:grpSpPr bwMode="auto">
        <a:xfrm>
          <a:off x="0" y="0"/>
          <a:ext cx="0" cy="0"/>
          <a:chOff x="0" y="0"/>
          <a:chExt cx="0" cy="0"/>
        </a:xfrm>
      </p:grpSpPr>
      <p:sp>
        <p:nvSpPr>
          <p:cNvPr id="1648436013" name="Titel 3"/>
          <p:cNvSpPr>
            <a:spLocks noGrp="1"/>
          </p:cNvSpPr>
          <p:nvPr>
            <p:ph type="title" hasCustomPrompt="1"/>
          </p:nvPr>
        </p:nvSpPr>
        <p:spPr bwMode="auto">
          <a:xfrm>
            <a:off x="1343025" y="152400"/>
            <a:ext cx="10656888" cy="468314"/>
          </a:xfrm>
          <a:prstGeom prst="rect">
            <a:avLst/>
          </a:prstGeom>
        </p:spPr>
        <p:txBody>
          <a:bodyPr lIns="0" tIns="0" rIns="0" bIns="0">
            <a:normAutofit/>
          </a:bodyPr>
          <a:lstStyle>
            <a:lvl1pPr>
              <a:defRPr sz="2800"/>
            </a:lvl1pPr>
          </a:lstStyle>
          <a:p>
            <a:pPr>
              <a:defRPr/>
            </a:pPr>
            <a:r>
              <a:rPr lang="de-DE"/>
              <a:t>Titelmasterformat durch Klicken bearbeiten</a:t>
            </a:r>
            <a:endParaRPr/>
          </a:p>
        </p:txBody>
      </p:sp>
      <p:sp>
        <p:nvSpPr>
          <p:cNvPr id="403556706" name="Textplatzhalter 7"/>
          <p:cNvSpPr>
            <a:spLocks noGrp="1"/>
          </p:cNvSpPr>
          <p:nvPr>
            <p:ph type="body" sz="quarter" idx="13" hasCustomPrompt="1"/>
          </p:nvPr>
        </p:nvSpPr>
        <p:spPr bwMode="auto">
          <a:xfrm>
            <a:off x="192088" y="908050"/>
            <a:ext cx="11807825" cy="928370"/>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
        <p:nvSpPr>
          <p:cNvPr id="168353626" name="Textplatzhalter 7"/>
          <p:cNvSpPr>
            <a:spLocks noGrp="1"/>
          </p:cNvSpPr>
          <p:nvPr>
            <p:ph type="body" sz="quarter" idx="11" hasCustomPrompt="1"/>
          </p:nvPr>
        </p:nvSpPr>
        <p:spPr bwMode="auto">
          <a:xfrm>
            <a:off x="192088" y="1996440"/>
            <a:ext cx="11807825" cy="4348798"/>
          </a:xfrm>
          <a:prstGeom prst="rect">
            <a:avLst/>
          </a:prstGeom>
        </p:spPr>
        <p:txBody>
          <a:bodyPr>
            <a:normAutofit/>
          </a:bodyPr>
          <a:lstStyle>
            <a:lvl1pPr>
              <a:defRPr sz="2000">
                <a:latin typeface="Roboto"/>
                <a:ea typeface="Roboto"/>
              </a:defRPr>
            </a:lvl1pPr>
            <a:lvl2pPr>
              <a:defRPr sz="20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uba">
    <p:spTree>
      <p:nvGrpSpPr>
        <p:cNvPr id="1" name=""/>
        <p:cNvGrpSpPr/>
        <p:nvPr/>
      </p:nvGrpSpPr>
      <p:grpSpPr bwMode="auto">
        <a:xfrm>
          <a:off x="0" y="0"/>
          <a:ext cx="0" cy="0"/>
          <a:chOff x="0" y="0"/>
          <a:chExt cx="0" cy="0"/>
        </a:xfrm>
      </p:grpSpPr>
      <p:sp>
        <p:nvSpPr>
          <p:cNvPr id="1501187710" name="Titel 3"/>
          <p:cNvSpPr>
            <a:spLocks noGrp="1"/>
          </p:cNvSpPr>
          <p:nvPr>
            <p:ph type="title" hasCustomPrompt="1"/>
          </p:nvPr>
        </p:nvSpPr>
        <p:spPr bwMode="auto">
          <a:xfrm>
            <a:off x="1343025" y="152400"/>
            <a:ext cx="10656888" cy="468314"/>
          </a:xfrm>
          <a:prstGeom prst="rect">
            <a:avLst/>
          </a:prstGeom>
        </p:spPr>
        <p:txBody>
          <a:bodyPr lIns="0" tIns="0" rIns="0" bIns="0">
            <a:normAutofit/>
          </a:bodyPr>
          <a:lstStyle>
            <a:lvl1pPr>
              <a:defRPr sz="2800"/>
            </a:lvl1pPr>
          </a:lstStyle>
          <a:p>
            <a:pPr>
              <a:defRPr/>
            </a:pPr>
            <a:r>
              <a:rPr lang="de-DE"/>
              <a:t>Titelmasterformat durch Klicken bearbeiten</a:t>
            </a:r>
            <a:endParaRPr/>
          </a:p>
        </p:txBody>
      </p:sp>
      <p:sp>
        <p:nvSpPr>
          <p:cNvPr id="767639723" name="Textplatzhalter 7"/>
          <p:cNvSpPr>
            <a:spLocks noGrp="1"/>
          </p:cNvSpPr>
          <p:nvPr>
            <p:ph type="body" sz="quarter" idx="13" hasCustomPrompt="1"/>
          </p:nvPr>
        </p:nvSpPr>
        <p:spPr bwMode="auto">
          <a:xfrm>
            <a:off x="192088" y="908050"/>
            <a:ext cx="11807825" cy="928370"/>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
        <p:nvSpPr>
          <p:cNvPr id="1846891754" name="Bildplatzhalter 2"/>
          <p:cNvSpPr>
            <a:spLocks noGrp="1"/>
          </p:cNvSpPr>
          <p:nvPr>
            <p:ph type="pic" sz="quarter" idx="10"/>
          </p:nvPr>
        </p:nvSpPr>
        <p:spPr bwMode="auto">
          <a:xfrm>
            <a:off x="192089" y="2060575"/>
            <a:ext cx="5795962" cy="4284663"/>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a:p>
        </p:txBody>
      </p:sp>
      <p:sp>
        <p:nvSpPr>
          <p:cNvPr id="1085046149" name="Textplatzhalter 7"/>
          <p:cNvSpPr>
            <a:spLocks noGrp="1"/>
          </p:cNvSpPr>
          <p:nvPr>
            <p:ph type="body" sz="quarter" idx="11"/>
          </p:nvPr>
        </p:nvSpPr>
        <p:spPr bwMode="auto">
          <a:xfrm>
            <a:off x="6203950" y="2060574"/>
            <a:ext cx="5795963" cy="4284663"/>
          </a:xfrm>
          <a:prstGeom prst="rect">
            <a:avLst/>
          </a:prstGeom>
        </p:spPr>
        <p:txBody>
          <a:bodyPr>
            <a:normAutofit/>
          </a:bodyPr>
          <a:lstStyle>
            <a:lvl1pPr>
              <a:defRPr sz="2800">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insiedel">
    <p:spTree>
      <p:nvGrpSpPr>
        <p:cNvPr id="1" name=""/>
        <p:cNvGrpSpPr/>
        <p:nvPr/>
      </p:nvGrpSpPr>
      <p:grpSpPr bwMode="auto">
        <a:xfrm>
          <a:off x="0" y="0"/>
          <a:ext cx="0" cy="0"/>
          <a:chOff x="0" y="0"/>
          <a:chExt cx="0" cy="0"/>
        </a:xfrm>
      </p:grpSpPr>
      <p:sp>
        <p:nvSpPr>
          <p:cNvPr id="944090333" name="Titel 3"/>
          <p:cNvSpPr>
            <a:spLocks noGrp="1"/>
          </p:cNvSpPr>
          <p:nvPr>
            <p:ph type="title" hasCustomPrompt="1"/>
          </p:nvPr>
        </p:nvSpPr>
        <p:spPr bwMode="auto">
          <a:xfrm>
            <a:off x="1343025" y="152400"/>
            <a:ext cx="10656888" cy="468314"/>
          </a:xfrm>
          <a:prstGeom prst="rect">
            <a:avLst/>
          </a:prstGeom>
        </p:spPr>
        <p:txBody>
          <a:bodyPr lIns="0" tIns="0" rIns="0" bIns="0">
            <a:normAutofit/>
          </a:bodyPr>
          <a:lstStyle>
            <a:lvl1pPr>
              <a:defRPr sz="2800"/>
            </a:lvl1pPr>
          </a:lstStyle>
          <a:p>
            <a:pPr>
              <a:defRPr/>
            </a:pPr>
            <a:r>
              <a:rPr lang="de-DE"/>
              <a:t>Titelmasterformat durch Klicken bearbeiten</a:t>
            </a:r>
            <a:endParaRPr/>
          </a:p>
        </p:txBody>
      </p:sp>
      <p:sp>
        <p:nvSpPr>
          <p:cNvPr id="1240880775" name="Textplatzhalter 7"/>
          <p:cNvSpPr>
            <a:spLocks noGrp="1"/>
          </p:cNvSpPr>
          <p:nvPr>
            <p:ph type="body" sz="quarter" idx="13" hasCustomPrompt="1"/>
          </p:nvPr>
        </p:nvSpPr>
        <p:spPr bwMode="auto">
          <a:xfrm>
            <a:off x="192088" y="908050"/>
            <a:ext cx="11807825" cy="928370"/>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
        <p:nvSpPr>
          <p:cNvPr id="578609336" name="Bildplatzhalter 2"/>
          <p:cNvSpPr>
            <a:spLocks noGrp="1"/>
          </p:cNvSpPr>
          <p:nvPr>
            <p:ph type="pic" sz="quarter" idx="10"/>
          </p:nvPr>
        </p:nvSpPr>
        <p:spPr bwMode="auto">
          <a:xfrm>
            <a:off x="192089" y="2060575"/>
            <a:ext cx="5795962" cy="2366645"/>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a:p>
        </p:txBody>
      </p:sp>
      <p:sp>
        <p:nvSpPr>
          <p:cNvPr id="1767357816" name="Textplatzhalter 7"/>
          <p:cNvSpPr>
            <a:spLocks noGrp="1"/>
          </p:cNvSpPr>
          <p:nvPr>
            <p:ph type="body" sz="quarter" idx="11"/>
          </p:nvPr>
        </p:nvSpPr>
        <p:spPr bwMode="auto">
          <a:xfrm>
            <a:off x="192088" y="4618672"/>
            <a:ext cx="5795962" cy="1726566"/>
          </a:xfrm>
          <a:prstGeom prst="rect">
            <a:avLst/>
          </a:prstGeom>
        </p:spPr>
        <p:txBody>
          <a:bodyPr>
            <a:normAutofit/>
          </a:bodyPr>
          <a:lstStyle>
            <a:lvl1pPr>
              <a:defRPr sz="2400">
                <a:latin typeface="Roboto"/>
                <a:ea typeface="Roboto"/>
              </a:defRPr>
            </a:lvl1pPr>
            <a:lvl2pPr>
              <a:defRPr sz="20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a:p>
            <a:pPr lvl="1">
              <a:defRPr/>
            </a:pPr>
            <a:r>
              <a:rPr lang="de-DE"/>
              <a:t>Zweite Ebene</a:t>
            </a:r>
            <a:endParaRPr/>
          </a:p>
        </p:txBody>
      </p:sp>
      <p:sp>
        <p:nvSpPr>
          <p:cNvPr id="2094845324" name="Bildplatzhalter 2"/>
          <p:cNvSpPr>
            <a:spLocks noGrp="1"/>
          </p:cNvSpPr>
          <p:nvPr>
            <p:ph type="pic" sz="quarter" idx="15"/>
          </p:nvPr>
        </p:nvSpPr>
        <p:spPr bwMode="auto">
          <a:xfrm>
            <a:off x="6203951" y="2060575"/>
            <a:ext cx="5795962" cy="2366645"/>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a:p>
        </p:txBody>
      </p:sp>
      <p:sp>
        <p:nvSpPr>
          <p:cNvPr id="792483188" name="Textplatzhalter 7"/>
          <p:cNvSpPr>
            <a:spLocks noGrp="1"/>
          </p:cNvSpPr>
          <p:nvPr>
            <p:ph type="body" sz="quarter" idx="14" hasCustomPrompt="1"/>
          </p:nvPr>
        </p:nvSpPr>
        <p:spPr bwMode="auto">
          <a:xfrm>
            <a:off x="6203950" y="4618672"/>
            <a:ext cx="5795962" cy="1726566"/>
          </a:xfrm>
          <a:prstGeom prst="rect">
            <a:avLst/>
          </a:prstGeom>
        </p:spPr>
        <p:txBody>
          <a:bodyPr>
            <a:normAutofit/>
          </a:bodyPr>
          <a:lstStyle>
            <a:lvl1pPr>
              <a:defRPr sz="2000">
                <a:latin typeface="Roboto"/>
                <a:ea typeface="Roboto"/>
              </a:defRPr>
            </a:lvl1pPr>
            <a:lvl2pPr>
              <a:defRPr sz="20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a:p>
            <a:pPr lvl="1">
              <a:defRPr/>
            </a:pPr>
            <a:r>
              <a:rPr lang="de-DE"/>
              <a:t>Zweite Ebene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Rabenstein">
    <p:spTree>
      <p:nvGrpSpPr>
        <p:cNvPr id="1" name=""/>
        <p:cNvGrpSpPr/>
        <p:nvPr/>
      </p:nvGrpSpPr>
      <p:grpSpPr bwMode="auto">
        <a:xfrm>
          <a:off x="0" y="0"/>
          <a:ext cx="0" cy="0"/>
          <a:chOff x="0" y="0"/>
          <a:chExt cx="0" cy="0"/>
        </a:xfrm>
      </p:grpSpPr>
      <p:sp>
        <p:nvSpPr>
          <p:cNvPr id="1958119574" name="Titel 3"/>
          <p:cNvSpPr>
            <a:spLocks noGrp="1"/>
          </p:cNvSpPr>
          <p:nvPr>
            <p:ph type="title" hasCustomPrompt="1"/>
          </p:nvPr>
        </p:nvSpPr>
        <p:spPr bwMode="auto">
          <a:xfrm>
            <a:off x="1343025" y="152400"/>
            <a:ext cx="10656888" cy="468314"/>
          </a:xfrm>
          <a:prstGeom prst="rect">
            <a:avLst/>
          </a:prstGeom>
        </p:spPr>
        <p:txBody>
          <a:bodyPr lIns="0" tIns="0" rIns="0" bIns="0">
            <a:normAutofit/>
          </a:bodyPr>
          <a:lstStyle>
            <a:lvl1pPr>
              <a:defRPr sz="2800"/>
            </a:lvl1pPr>
          </a:lstStyle>
          <a:p>
            <a:pPr>
              <a:defRPr/>
            </a:pPr>
            <a:r>
              <a:rPr lang="de-DE"/>
              <a:t>Titelmasterformat durch Klicken bearbeiten</a:t>
            </a:r>
            <a:endParaRPr/>
          </a:p>
        </p:txBody>
      </p:sp>
      <p:sp>
        <p:nvSpPr>
          <p:cNvPr id="1014107212" name="Textplatzhalter 7"/>
          <p:cNvSpPr>
            <a:spLocks noGrp="1"/>
          </p:cNvSpPr>
          <p:nvPr>
            <p:ph type="body" sz="quarter" idx="13" hasCustomPrompt="1"/>
          </p:nvPr>
        </p:nvSpPr>
        <p:spPr bwMode="auto">
          <a:xfrm>
            <a:off x="192088" y="908050"/>
            <a:ext cx="11807825" cy="928370"/>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
        <p:nvSpPr>
          <p:cNvPr id="174298543" name="Bildplatzhalter 2"/>
          <p:cNvSpPr>
            <a:spLocks noGrp="1"/>
          </p:cNvSpPr>
          <p:nvPr>
            <p:ph type="pic" sz="quarter" idx="10"/>
          </p:nvPr>
        </p:nvSpPr>
        <p:spPr bwMode="auto">
          <a:xfrm>
            <a:off x="192089" y="2060575"/>
            <a:ext cx="3708399" cy="4284663"/>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a:p>
        </p:txBody>
      </p:sp>
      <p:sp>
        <p:nvSpPr>
          <p:cNvPr id="1927981609" name="Textplatzhalter 7"/>
          <p:cNvSpPr>
            <a:spLocks noGrp="1"/>
          </p:cNvSpPr>
          <p:nvPr>
            <p:ph type="body" sz="quarter" idx="11" hasCustomPrompt="1"/>
          </p:nvPr>
        </p:nvSpPr>
        <p:spPr bwMode="auto">
          <a:xfrm>
            <a:off x="4116387" y="2060574"/>
            <a:ext cx="7883525" cy="4284663"/>
          </a:xfrm>
          <a:prstGeom prst="rect">
            <a:avLst/>
          </a:prstGeom>
        </p:spPr>
        <p:txBody>
          <a:bodyPr>
            <a:normAutofit/>
          </a:bodyPr>
          <a:lstStyle>
            <a:lvl1pPr>
              <a:defRPr sz="2000">
                <a:latin typeface="Roboto"/>
                <a:ea typeface="Roboto"/>
              </a:defRPr>
            </a:lvl1pPr>
            <a:lvl2pPr>
              <a:defRPr sz="20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rfenschlag">
    <p:spTree>
      <p:nvGrpSpPr>
        <p:cNvPr id="1" name=""/>
        <p:cNvGrpSpPr/>
        <p:nvPr/>
      </p:nvGrpSpPr>
      <p:grpSpPr bwMode="auto">
        <a:xfrm>
          <a:off x="0" y="0"/>
          <a:ext cx="0" cy="0"/>
          <a:chOff x="0" y="0"/>
          <a:chExt cx="0" cy="0"/>
        </a:xfrm>
      </p:grpSpPr>
      <p:sp>
        <p:nvSpPr>
          <p:cNvPr id="1983632212" name="Titel 3"/>
          <p:cNvSpPr>
            <a:spLocks noGrp="1"/>
          </p:cNvSpPr>
          <p:nvPr>
            <p:ph type="title" hasCustomPrompt="1"/>
          </p:nvPr>
        </p:nvSpPr>
        <p:spPr bwMode="auto">
          <a:xfrm>
            <a:off x="1343025" y="152400"/>
            <a:ext cx="10656888" cy="468314"/>
          </a:xfrm>
          <a:prstGeom prst="rect">
            <a:avLst/>
          </a:prstGeom>
        </p:spPr>
        <p:txBody>
          <a:bodyPr lIns="0" tIns="0" rIns="0" bIns="0">
            <a:normAutofit/>
          </a:bodyPr>
          <a:lstStyle>
            <a:lvl1pPr>
              <a:defRPr sz="2800"/>
            </a:lvl1pPr>
          </a:lstStyle>
          <a:p>
            <a:pPr>
              <a:defRPr/>
            </a:pPr>
            <a:r>
              <a:rPr lang="de-DE"/>
              <a:t>Titelmasterformat durch Klicken bearbeiten</a:t>
            </a:r>
            <a:endParaRPr/>
          </a:p>
        </p:txBody>
      </p:sp>
      <p:sp>
        <p:nvSpPr>
          <p:cNvPr id="1956011298" name="Bildplatzhalter 4"/>
          <p:cNvSpPr>
            <a:spLocks noGrp="1"/>
          </p:cNvSpPr>
          <p:nvPr>
            <p:ph type="pic" sz="quarter" idx="12" hasCustomPrompt="1"/>
          </p:nvPr>
        </p:nvSpPr>
        <p:spPr bwMode="auto">
          <a:xfrm>
            <a:off x="192088" y="908050"/>
            <a:ext cx="790576" cy="928370"/>
          </a:xfrm>
          <a:prstGeom prst="rect">
            <a:avLst/>
          </a:prstGeom>
        </p:spPr>
        <p:txBody>
          <a:bodyPr anchor="b">
            <a:noAutofit/>
          </a:bodyPr>
          <a:lstStyle>
            <a:lvl1pPr marL="0" indent="0" algn="ctr">
              <a:buNone/>
              <a:defRPr sz="2000">
                <a:latin typeface="Roboto"/>
                <a:ea typeface="Roboto"/>
              </a:defRPr>
            </a:lvl1pPr>
          </a:lstStyle>
          <a:p>
            <a:pPr>
              <a:defRPr/>
            </a:pPr>
            <a:r>
              <a:rPr lang="de-DE"/>
              <a:t>Logo</a:t>
            </a:r>
            <a:endParaRPr/>
          </a:p>
        </p:txBody>
      </p:sp>
      <p:sp>
        <p:nvSpPr>
          <p:cNvPr id="702658205" name="Textplatzhalter 7"/>
          <p:cNvSpPr>
            <a:spLocks noGrp="1"/>
          </p:cNvSpPr>
          <p:nvPr>
            <p:ph type="body" sz="quarter" idx="13" hasCustomPrompt="1"/>
          </p:nvPr>
        </p:nvSpPr>
        <p:spPr bwMode="auto">
          <a:xfrm>
            <a:off x="1558925" y="908050"/>
            <a:ext cx="10440988" cy="928370"/>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
        <p:nvSpPr>
          <p:cNvPr id="1327091895" name="Textplatzhalter 7"/>
          <p:cNvSpPr>
            <a:spLocks noGrp="1"/>
          </p:cNvSpPr>
          <p:nvPr>
            <p:ph type="body" sz="quarter" idx="11"/>
          </p:nvPr>
        </p:nvSpPr>
        <p:spPr bwMode="auto">
          <a:xfrm>
            <a:off x="1558925" y="1996440"/>
            <a:ext cx="10440988" cy="4348798"/>
          </a:xfrm>
          <a:prstGeom prst="rect">
            <a:avLst/>
          </a:prstGeom>
        </p:spPr>
        <p:txBody>
          <a:bodyPr>
            <a:normAutofit/>
          </a:bodyPr>
          <a:lstStyle>
            <a:lvl1pPr>
              <a:defRPr sz="2800">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ablenz">
    <p:spTree>
      <p:nvGrpSpPr>
        <p:cNvPr id="1" name=""/>
        <p:cNvGrpSpPr/>
        <p:nvPr/>
      </p:nvGrpSpPr>
      <p:grpSpPr bwMode="auto">
        <a:xfrm>
          <a:off x="0" y="0"/>
          <a:ext cx="0" cy="0"/>
          <a:chOff x="0" y="0"/>
          <a:chExt cx="0" cy="0"/>
        </a:xfrm>
      </p:grpSpPr>
      <p:sp>
        <p:nvSpPr>
          <p:cNvPr id="1569849604" name="Titel 3"/>
          <p:cNvSpPr>
            <a:spLocks noGrp="1"/>
          </p:cNvSpPr>
          <p:nvPr>
            <p:ph type="title" hasCustomPrompt="1"/>
          </p:nvPr>
        </p:nvSpPr>
        <p:spPr bwMode="auto">
          <a:xfrm>
            <a:off x="1343025" y="152400"/>
            <a:ext cx="10656888" cy="468314"/>
          </a:xfrm>
          <a:prstGeom prst="rect">
            <a:avLst/>
          </a:prstGeom>
        </p:spPr>
        <p:txBody>
          <a:bodyPr lIns="0" tIns="0" rIns="0" bIns="0">
            <a:normAutofit/>
          </a:bodyPr>
          <a:lstStyle>
            <a:lvl1pPr>
              <a:defRPr sz="2800"/>
            </a:lvl1pPr>
          </a:lstStyle>
          <a:p>
            <a:pPr>
              <a:defRPr/>
            </a:pPr>
            <a:r>
              <a:rPr lang="de-DE"/>
              <a:t>Titelmasterformat durch Klicken bearbeiten</a:t>
            </a:r>
            <a:endParaRPr/>
          </a:p>
        </p:txBody>
      </p:sp>
      <p:sp>
        <p:nvSpPr>
          <p:cNvPr id="1079682861" name="Textplatzhalter 7"/>
          <p:cNvSpPr>
            <a:spLocks noGrp="1"/>
          </p:cNvSpPr>
          <p:nvPr>
            <p:ph type="body" sz="quarter" idx="13" hasCustomPrompt="1"/>
          </p:nvPr>
        </p:nvSpPr>
        <p:spPr bwMode="auto">
          <a:xfrm>
            <a:off x="192088" y="908050"/>
            <a:ext cx="11807825" cy="468313"/>
          </a:xfrm>
          <a:prstGeom prst="rect">
            <a:avLst/>
          </a:prstGeom>
        </p:spPr>
        <p:txBody>
          <a:bodyPr lIns="0" tIns="0" rIns="0" bIns="0">
            <a:normAutofit/>
          </a:bodyPr>
          <a:lstStyle>
            <a:lvl1pPr marL="0" indent="0">
              <a:buFont typeface="Arial"/>
              <a:buNone/>
              <a:defRPr sz="2400" b="1">
                <a:solidFill>
                  <a:schemeClr val="tx1"/>
                </a:solidFill>
                <a:latin typeface="Roboto"/>
                <a:ea typeface="Roboto"/>
              </a:defRPr>
            </a:lvl1pPr>
            <a:lvl2pPr>
              <a:defRPr sz="24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p:txBody>
      </p:sp>
      <p:sp>
        <p:nvSpPr>
          <p:cNvPr id="1846085311" name="Bildplatzhalter 2"/>
          <p:cNvSpPr>
            <a:spLocks noGrp="1"/>
          </p:cNvSpPr>
          <p:nvPr>
            <p:ph type="pic" sz="quarter" idx="10"/>
          </p:nvPr>
        </p:nvSpPr>
        <p:spPr bwMode="auto">
          <a:xfrm>
            <a:off x="192088" y="1376363"/>
            <a:ext cx="3779837" cy="1907857"/>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a:p>
        </p:txBody>
      </p:sp>
      <p:sp>
        <p:nvSpPr>
          <p:cNvPr id="262404369" name="Textplatzhalter 7"/>
          <p:cNvSpPr>
            <a:spLocks noGrp="1"/>
          </p:cNvSpPr>
          <p:nvPr>
            <p:ph type="body" sz="quarter" idx="15" hasCustomPrompt="1"/>
          </p:nvPr>
        </p:nvSpPr>
        <p:spPr bwMode="auto">
          <a:xfrm>
            <a:off x="192088" y="3497580"/>
            <a:ext cx="3779837" cy="2847658"/>
          </a:xfrm>
          <a:prstGeom prst="rect">
            <a:avLst/>
          </a:prstGeom>
        </p:spPr>
        <p:txBody>
          <a:bodyPr>
            <a:normAutofit/>
          </a:bodyPr>
          <a:lstStyle>
            <a:lvl1pPr>
              <a:defRPr sz="2000">
                <a:latin typeface="Roboto"/>
                <a:ea typeface="Roboto"/>
              </a:defRPr>
            </a:lvl1pPr>
            <a:lvl2pPr>
              <a:defRPr sz="20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
        <p:nvSpPr>
          <p:cNvPr id="950210127" name="Bildplatzhalter 2"/>
          <p:cNvSpPr>
            <a:spLocks noGrp="1"/>
          </p:cNvSpPr>
          <p:nvPr>
            <p:ph type="pic" sz="quarter" idx="18"/>
          </p:nvPr>
        </p:nvSpPr>
        <p:spPr bwMode="auto">
          <a:xfrm>
            <a:off x="4151784" y="1376363"/>
            <a:ext cx="3852391" cy="1907857"/>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a:p>
        </p:txBody>
      </p:sp>
      <p:sp>
        <p:nvSpPr>
          <p:cNvPr id="999057568" name="Textplatzhalter 7"/>
          <p:cNvSpPr>
            <a:spLocks noGrp="1"/>
          </p:cNvSpPr>
          <p:nvPr>
            <p:ph type="body" sz="quarter" idx="16" hasCustomPrompt="1"/>
          </p:nvPr>
        </p:nvSpPr>
        <p:spPr bwMode="auto">
          <a:xfrm>
            <a:off x="4151313" y="3497580"/>
            <a:ext cx="3852862" cy="2847658"/>
          </a:xfrm>
          <a:prstGeom prst="rect">
            <a:avLst/>
          </a:prstGeom>
        </p:spPr>
        <p:txBody>
          <a:bodyPr>
            <a:normAutofit/>
          </a:bodyPr>
          <a:lstStyle>
            <a:lvl1pPr>
              <a:defRPr sz="2000">
                <a:latin typeface="Roboto"/>
                <a:ea typeface="Roboto"/>
              </a:defRPr>
            </a:lvl1pPr>
            <a:lvl2pPr>
              <a:defRPr sz="20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
        <p:nvSpPr>
          <p:cNvPr id="1398362757" name="Bildplatzhalter 2"/>
          <p:cNvSpPr>
            <a:spLocks noGrp="1"/>
          </p:cNvSpPr>
          <p:nvPr>
            <p:ph type="pic" sz="quarter" idx="19"/>
          </p:nvPr>
        </p:nvSpPr>
        <p:spPr bwMode="auto">
          <a:xfrm>
            <a:off x="8184232" y="1376363"/>
            <a:ext cx="3815681" cy="1907857"/>
          </a:xfrm>
          <a:prstGeom prst="rect">
            <a:avLst/>
          </a:prstGeom>
        </p:spPr>
        <p:txBody>
          <a:bodyPr anchor="b" anchorCtr="0"/>
          <a:lstStyle>
            <a:lvl1pPr marL="0" indent="0" algn="ctr">
              <a:buNone/>
              <a:defRPr sz="2000">
                <a:latin typeface="Roboto"/>
                <a:ea typeface="Roboto"/>
              </a:defRPr>
            </a:lvl1pPr>
          </a:lstStyle>
          <a:p>
            <a:pPr>
              <a:defRPr/>
            </a:pPr>
            <a:r>
              <a:rPr lang="de-DE"/>
              <a:t>Bild durch Klicken auf Symbol hinzufügen</a:t>
            </a:r>
            <a:endParaRPr/>
          </a:p>
        </p:txBody>
      </p:sp>
      <p:sp>
        <p:nvSpPr>
          <p:cNvPr id="683686831" name="Textplatzhalter 7"/>
          <p:cNvSpPr>
            <a:spLocks noGrp="1"/>
          </p:cNvSpPr>
          <p:nvPr>
            <p:ph type="body" sz="quarter" idx="17" hasCustomPrompt="1"/>
          </p:nvPr>
        </p:nvSpPr>
        <p:spPr bwMode="auto">
          <a:xfrm>
            <a:off x="8183563" y="3497580"/>
            <a:ext cx="3816350" cy="2847658"/>
          </a:xfrm>
          <a:prstGeom prst="rect">
            <a:avLst/>
          </a:prstGeom>
        </p:spPr>
        <p:txBody>
          <a:bodyPr>
            <a:normAutofit/>
          </a:bodyPr>
          <a:lstStyle>
            <a:lvl1pPr>
              <a:defRPr sz="2000">
                <a:latin typeface="Roboto"/>
                <a:ea typeface="Roboto"/>
              </a:defRPr>
            </a:lvl1pPr>
            <a:lvl2pPr>
              <a:defRPr sz="2000">
                <a:latin typeface="Roboto"/>
                <a:ea typeface="Roboto"/>
              </a:defRPr>
            </a:lvl2pPr>
            <a:lvl3pPr>
              <a:defRPr sz="2000">
                <a:latin typeface="Roboto"/>
                <a:ea typeface="Roboto"/>
              </a:defRPr>
            </a:lvl3pPr>
            <a:lvl4pPr>
              <a:defRPr sz="2000">
                <a:latin typeface="Roboto"/>
                <a:ea typeface="Roboto"/>
              </a:defRPr>
            </a:lvl4pPr>
            <a:lvl5pPr>
              <a:defRPr sz="2000">
                <a:latin typeface="Roboto"/>
                <a:ea typeface="Roboto"/>
              </a:defRPr>
            </a:lvl5pPr>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_rels/slideMaster2.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slideLayout" Target="../slideLayouts/slideLayout6.xml"/><Relationship Id="rId3" Type="http://schemas.openxmlformats.org/officeDocument/2006/relationships/slideLayout" Target="../slideLayouts/slideLayout7.xml"/><Relationship Id="rId4" Type="http://schemas.openxmlformats.org/officeDocument/2006/relationships/slideLayout" Target="../slideLayouts/slideLayout8.xml"/><Relationship Id="rId5" Type="http://schemas.openxmlformats.org/officeDocument/2006/relationships/slideLayout" Target="../slideLayouts/slideLayout9.xml"/><Relationship Id="rId6" Type="http://schemas.openxmlformats.org/officeDocument/2006/relationships/slideLayout" Target="../slideLayouts/slideLayout10.xml"/><Relationship Id="rId7" Type="http://schemas.openxmlformats.org/officeDocument/2006/relationships/theme" Target="../theme/theme2.xml"/><Relationship Id="rId8"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chemeClr val="bg1"/>
        </a:solidFill>
      </p:bgPr>
    </p:bg>
    <p:spTree>
      <p:nvGrpSpPr>
        <p:cNvPr id="1" name=""/>
        <p:cNvGrpSpPr/>
        <p:nvPr/>
      </p:nvGrpSpPr>
      <p:grpSpPr bwMode="auto">
        <a:xfrm>
          <a:off x="0" y="0"/>
          <a:ext cx="0" cy="0"/>
          <a:chOff x="0" y="0"/>
          <a:chExt cx="0" cy="0"/>
        </a:xfrm>
      </p:grpSpPr>
      <p:sp>
        <p:nvSpPr>
          <p:cNvPr id="68366309" name="Rechteck 8"/>
          <p:cNvSpPr/>
          <p:nvPr userDrawn="1"/>
        </p:nvSpPr>
        <p:spPr bwMode="auto">
          <a:xfrm>
            <a:off x="0" y="0"/>
            <a:ext cx="12192000" cy="151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de-DE"/>
          </a:p>
        </p:txBody>
      </p:sp>
      <p:cxnSp>
        <p:nvCxnSpPr>
          <p:cNvPr id="595098713" name="Gerader Verbinder 13"/>
          <p:cNvCxnSpPr/>
          <p:nvPr userDrawn="1"/>
        </p:nvCxnSpPr>
        <p:spPr bwMode="auto">
          <a:xfrm>
            <a:off x="2061369" y="333375"/>
            <a:ext cx="0" cy="82708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5790530" name="Gerader Verbinder 9"/>
          <p:cNvCxnSpPr/>
          <p:nvPr userDrawn="1"/>
        </p:nvCxnSpPr>
        <p:spPr bwMode="auto">
          <a:xfrm>
            <a:off x="0" y="6525344"/>
            <a:ext cx="12192000" cy="1"/>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379736431" name="Rectangle 4"/>
          <p:cNvSpPr txBox="1">
            <a:spLocks noChangeArrowheads="1"/>
          </p:cNvSpPr>
          <p:nvPr userDrawn="1"/>
        </p:nvSpPr>
        <p:spPr bwMode="auto">
          <a:xfrm flipH="0" flipV="0">
            <a:off x="192088" y="6525344"/>
            <a:ext cx="7568622" cy="334243"/>
          </a:xfrm>
          <a:prstGeom prst="rect">
            <a:avLst/>
          </a:prstGeom>
          <a:noFill/>
          <a:ln>
            <a:noFill/>
          </a:ln>
          <a:effectLst/>
        </p:spPr>
        <p:txBody>
          <a:bodyPr vert="horz" wrap="square" lIns="0" tIns="0" rIns="0" bIns="0" numCol="1" anchor="ctr" anchorCtr="0" compatLnSpc="1">
            <a:prstTxWarp prst="textNoShape"/>
          </a:bodyPr>
          <a:lstStyle>
            <a:defPPr>
              <a:defRPr lang="de-DE"/>
            </a:defPPr>
            <a:lvl1pPr algn="l" rtl="0">
              <a:spcBef>
                <a:spcPts val="0"/>
              </a:spcBef>
              <a:spcAft>
                <a:spcPts val="0"/>
              </a:spcAft>
              <a:defRPr sz="800">
                <a:solidFill>
                  <a:schemeClr val="tx1"/>
                </a:solidFill>
                <a:latin typeface="InfoDispRegular-Roman"/>
                <a:ea typeface="+mn-ea"/>
                <a:cs typeface="Arial"/>
              </a:defRPr>
            </a:lvl1pPr>
            <a:lvl2pPr marL="457200" algn="l" rtl="0">
              <a:spcBef>
                <a:spcPts val="0"/>
              </a:spcBef>
              <a:spcAft>
                <a:spcPts val="0"/>
              </a:spcAft>
              <a:defRPr>
                <a:solidFill>
                  <a:schemeClr val="tx1"/>
                </a:solidFill>
                <a:latin typeface="Arial"/>
                <a:ea typeface="+mn-ea"/>
                <a:cs typeface="Arial"/>
              </a:defRPr>
            </a:lvl2pPr>
            <a:lvl3pPr marL="914400" algn="l" rtl="0">
              <a:spcBef>
                <a:spcPts val="0"/>
              </a:spcBef>
              <a:spcAft>
                <a:spcPts val="0"/>
              </a:spcAft>
              <a:defRPr>
                <a:solidFill>
                  <a:schemeClr val="tx1"/>
                </a:solidFill>
                <a:latin typeface="Arial"/>
                <a:ea typeface="+mn-ea"/>
                <a:cs typeface="Arial"/>
              </a:defRPr>
            </a:lvl3pPr>
            <a:lvl4pPr marL="1371600" algn="l" rtl="0">
              <a:spcBef>
                <a:spcPts val="0"/>
              </a:spcBef>
              <a:spcAft>
                <a:spcPts val="0"/>
              </a:spcAft>
              <a:defRPr>
                <a:solidFill>
                  <a:schemeClr val="tx1"/>
                </a:solidFill>
                <a:latin typeface="Arial"/>
                <a:ea typeface="+mn-ea"/>
                <a:cs typeface="Arial"/>
              </a:defRPr>
            </a:lvl4pPr>
            <a:lvl5pPr marL="1828800" algn="l" rtl="0">
              <a:spcBef>
                <a:spcPts val="0"/>
              </a:spcBef>
              <a:spcAft>
                <a:spcPts val="0"/>
              </a:spcAft>
              <a:defRPr>
                <a:solidFill>
                  <a:schemeClr val="tx1"/>
                </a:solidFill>
                <a:latin typeface="Arial"/>
                <a:ea typeface="+mn-ea"/>
                <a:cs typeface="Arial"/>
              </a:defRPr>
            </a:lvl5pPr>
            <a:lvl6pPr marL="2286000" algn="l" defTabSz="914400" rtl="0">
              <a:defRPr>
                <a:solidFill>
                  <a:schemeClr val="tx1"/>
                </a:solidFill>
                <a:latin typeface="Arial"/>
                <a:ea typeface="+mn-ea"/>
                <a:cs typeface="Arial"/>
              </a:defRPr>
            </a:lvl6pPr>
            <a:lvl7pPr marL="2743200" algn="l" defTabSz="914400" rtl="0">
              <a:defRPr>
                <a:solidFill>
                  <a:schemeClr val="tx1"/>
                </a:solidFill>
                <a:latin typeface="Arial"/>
                <a:ea typeface="+mn-ea"/>
                <a:cs typeface="Arial"/>
              </a:defRPr>
            </a:lvl7pPr>
            <a:lvl8pPr marL="3200400" algn="l" defTabSz="914400" rtl="0">
              <a:defRPr>
                <a:solidFill>
                  <a:schemeClr val="tx1"/>
                </a:solidFill>
                <a:latin typeface="Arial"/>
                <a:ea typeface="+mn-ea"/>
                <a:cs typeface="Arial"/>
              </a:defRPr>
            </a:lvl8pPr>
            <a:lvl9pPr marL="3657600" algn="l" defTabSz="914400" rtl="0">
              <a:defRPr>
                <a:solidFill>
                  <a:schemeClr val="tx1"/>
                </a:solidFill>
                <a:latin typeface="Arial"/>
                <a:ea typeface="+mn-ea"/>
                <a:cs typeface="Arial"/>
              </a:defRPr>
            </a:lvl9pPr>
          </a:lstStyle>
          <a:p>
            <a:pPr>
              <a:defRPr/>
            </a:pPr>
            <a:r>
              <a:rPr lang="de-DE" sz="1400">
                <a:latin typeface="Roboto"/>
                <a:ea typeface="Roboto"/>
              </a:rPr>
              <a:t>Chemnitz</a:t>
            </a:r>
            <a:r>
              <a:rPr lang="de-DE" sz="1400">
                <a:solidFill>
                  <a:schemeClr val="tx1"/>
                </a:solidFill>
                <a:latin typeface="Roboto"/>
                <a:ea typeface="Roboto"/>
                <a:cs typeface="Arial"/>
              </a:rPr>
              <a:t> ∙ 26</a:t>
            </a:r>
            <a:r>
              <a:rPr lang="de-DE" sz="1400">
                <a:latin typeface="Roboto"/>
                <a:ea typeface="Roboto"/>
              </a:rPr>
              <a:t>. </a:t>
            </a:r>
            <a:r>
              <a:rPr lang="de-DE" sz="1400" b="0" i="0" u="none" strike="noStrike" cap="none" spc="0">
                <a:solidFill>
                  <a:schemeClr val="tx1"/>
                </a:solidFill>
                <a:latin typeface="Roboto"/>
                <a:ea typeface="Roboto"/>
                <a:cs typeface="Roboto"/>
              </a:rPr>
              <a:t>November</a:t>
            </a:r>
            <a:r>
              <a:rPr lang="de-DE" sz="1400">
                <a:latin typeface="Roboto"/>
                <a:ea typeface="Roboto"/>
              </a:rPr>
              <a:t> </a:t>
            </a:r>
            <a:r>
              <a:rPr lang="de-DE" sz="1400">
                <a:latin typeface="Roboto"/>
                <a:ea typeface="Roboto"/>
              </a:rPr>
              <a:t>2025</a:t>
            </a:r>
            <a:r>
              <a:rPr lang="de-DE" sz="1400">
                <a:solidFill>
                  <a:schemeClr val="tx1"/>
                </a:solidFill>
                <a:latin typeface="Roboto"/>
                <a:ea typeface="Roboto"/>
                <a:cs typeface="Arial"/>
              </a:rPr>
              <a:t> ∙ </a:t>
            </a:r>
            <a:r>
              <a:rPr lang="de-DE" sz="1400" b="0" i="0" u="none" strike="noStrike" cap="none" spc="0">
                <a:solidFill>
                  <a:schemeClr val="tx1"/>
                </a:solidFill>
                <a:latin typeface="Roboto"/>
                <a:ea typeface="Roboto"/>
                <a:cs typeface="Roboto"/>
              </a:rPr>
              <a:t>Sepp Stage, Josias Krahl, Julian Fedas, Vanessa Vorpagel</a:t>
            </a:r>
            <a:endParaRPr/>
          </a:p>
        </p:txBody>
      </p:sp>
      <p:sp>
        <p:nvSpPr>
          <p:cNvPr id="1405245689"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prstTxWarp prst="textNoShape"/>
          </a:bodyPr>
          <a:lstStyle>
            <a:defPPr>
              <a:defRPr lang="de-DE"/>
            </a:defPPr>
            <a:lvl1pPr algn="l" rtl="0">
              <a:spcBef>
                <a:spcPts val="0"/>
              </a:spcBef>
              <a:spcAft>
                <a:spcPts val="0"/>
              </a:spcAft>
              <a:defRPr sz="800">
                <a:solidFill>
                  <a:schemeClr val="tx1"/>
                </a:solidFill>
                <a:latin typeface="InfoDispRegular-Roman"/>
                <a:ea typeface="+mn-ea"/>
                <a:cs typeface="Arial"/>
              </a:defRPr>
            </a:lvl1pPr>
            <a:lvl2pPr marL="457200" algn="l" rtl="0">
              <a:spcBef>
                <a:spcPts val="0"/>
              </a:spcBef>
              <a:spcAft>
                <a:spcPts val="0"/>
              </a:spcAft>
              <a:defRPr>
                <a:solidFill>
                  <a:schemeClr val="tx1"/>
                </a:solidFill>
                <a:latin typeface="Arial"/>
                <a:ea typeface="+mn-ea"/>
                <a:cs typeface="Arial"/>
              </a:defRPr>
            </a:lvl2pPr>
            <a:lvl3pPr marL="914400" algn="l" rtl="0">
              <a:spcBef>
                <a:spcPts val="0"/>
              </a:spcBef>
              <a:spcAft>
                <a:spcPts val="0"/>
              </a:spcAft>
              <a:defRPr>
                <a:solidFill>
                  <a:schemeClr val="tx1"/>
                </a:solidFill>
                <a:latin typeface="Arial"/>
                <a:ea typeface="+mn-ea"/>
                <a:cs typeface="Arial"/>
              </a:defRPr>
            </a:lvl3pPr>
            <a:lvl4pPr marL="1371600" algn="l" rtl="0">
              <a:spcBef>
                <a:spcPts val="0"/>
              </a:spcBef>
              <a:spcAft>
                <a:spcPts val="0"/>
              </a:spcAft>
              <a:defRPr>
                <a:solidFill>
                  <a:schemeClr val="tx1"/>
                </a:solidFill>
                <a:latin typeface="Arial"/>
                <a:ea typeface="+mn-ea"/>
                <a:cs typeface="Arial"/>
              </a:defRPr>
            </a:lvl4pPr>
            <a:lvl5pPr marL="1828800" algn="l" rtl="0">
              <a:spcBef>
                <a:spcPts val="0"/>
              </a:spcBef>
              <a:spcAft>
                <a:spcPts val="0"/>
              </a:spcAft>
              <a:defRPr>
                <a:solidFill>
                  <a:schemeClr val="tx1"/>
                </a:solidFill>
                <a:latin typeface="Arial"/>
                <a:ea typeface="+mn-ea"/>
                <a:cs typeface="Arial"/>
              </a:defRPr>
            </a:lvl5pPr>
            <a:lvl6pPr marL="2286000" algn="l" defTabSz="914400" rtl="0">
              <a:defRPr>
                <a:solidFill>
                  <a:schemeClr val="tx1"/>
                </a:solidFill>
                <a:latin typeface="Arial"/>
                <a:ea typeface="+mn-ea"/>
                <a:cs typeface="Arial"/>
              </a:defRPr>
            </a:lvl6pPr>
            <a:lvl7pPr marL="2743200" algn="l" defTabSz="914400" rtl="0">
              <a:defRPr>
                <a:solidFill>
                  <a:schemeClr val="tx1"/>
                </a:solidFill>
                <a:latin typeface="Arial"/>
                <a:ea typeface="+mn-ea"/>
                <a:cs typeface="Arial"/>
              </a:defRPr>
            </a:lvl7pPr>
            <a:lvl8pPr marL="3200400" algn="l" defTabSz="914400" rtl="0">
              <a:defRPr>
                <a:solidFill>
                  <a:schemeClr val="tx1"/>
                </a:solidFill>
                <a:latin typeface="Arial"/>
                <a:ea typeface="+mn-ea"/>
                <a:cs typeface="Arial"/>
              </a:defRPr>
            </a:lvl8pPr>
            <a:lvl9pPr marL="3657600" algn="l" defTabSz="914400" rtl="0">
              <a:defRPr>
                <a:solidFill>
                  <a:schemeClr val="tx1"/>
                </a:solidFill>
                <a:latin typeface="Arial"/>
                <a:ea typeface="+mn-ea"/>
                <a:cs typeface="Arial"/>
              </a:defRPr>
            </a:lvl9pPr>
          </a:lstStyle>
          <a:p>
            <a:pPr algn="r">
              <a:defRPr/>
            </a:pPr>
            <a:r>
              <a:rPr lang="de-DE" sz="1400">
                <a:latin typeface="Roboto"/>
                <a:ea typeface="Roboto"/>
              </a:rPr>
              <a:t>www.tu-chemnitz.de</a:t>
            </a:r>
            <a:endParaRPr/>
          </a:p>
        </p:txBody>
      </p:sp>
      <p:pic>
        <p:nvPicPr>
          <p:cNvPr id="1255850945" name="Grafik 2" title="Logo der TU Chemnitz mit Bezug zur Kulturhauptstadt 2025"/>
          <p:cNvPicPr>
            <a:picLocks noChangeAspect="1"/>
          </p:cNvPicPr>
          <p:nvPr userDrawn="1"/>
        </p:nvPicPr>
        <p:blipFill rotWithShape="1">
          <a:blip r:embed="rId6"/>
          <a:stretch/>
        </p:blipFill>
        <p:spPr bwMode="auto">
          <a:xfrm>
            <a:off x="334963" y="333375"/>
            <a:ext cx="1388034" cy="82708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dt="1" ftr="1" hdr="0" sldNum="1"/>
  <p:txStyles>
    <p:titleStyle>
      <a:lvl1pPr algn="l" rtl="0">
        <a:spcBef>
          <a:spcPts val="0"/>
        </a:spcBef>
        <a:spcAft>
          <a:spcPts val="0"/>
        </a:spcAft>
        <a:defRPr sz="2800" b="0">
          <a:solidFill>
            <a:schemeClr val="bg1"/>
          </a:solidFill>
          <a:latin typeface="Roboto"/>
          <a:ea typeface="Roboto"/>
          <a:cs typeface="+mj-cs"/>
        </a:defRPr>
      </a:lvl1pPr>
      <a:lvl2pPr algn="ctr" rtl="0">
        <a:spcBef>
          <a:spcPts val="0"/>
        </a:spcBef>
        <a:spcAft>
          <a:spcPts val="0"/>
        </a:spcAft>
        <a:defRPr sz="4400">
          <a:solidFill>
            <a:schemeClr val="tx2"/>
          </a:solidFill>
          <a:latin typeface="Arial"/>
          <a:cs typeface="Arial"/>
        </a:defRPr>
      </a:lvl2pPr>
      <a:lvl3pPr algn="ctr" rtl="0">
        <a:spcBef>
          <a:spcPts val="0"/>
        </a:spcBef>
        <a:spcAft>
          <a:spcPts val="0"/>
        </a:spcAft>
        <a:defRPr sz="4400">
          <a:solidFill>
            <a:schemeClr val="tx2"/>
          </a:solidFill>
          <a:latin typeface="Arial"/>
          <a:cs typeface="Arial"/>
        </a:defRPr>
      </a:lvl3pPr>
      <a:lvl4pPr algn="ctr" rtl="0">
        <a:spcBef>
          <a:spcPts val="0"/>
        </a:spcBef>
        <a:spcAft>
          <a:spcPts val="0"/>
        </a:spcAft>
        <a:defRPr sz="4400">
          <a:solidFill>
            <a:schemeClr val="tx2"/>
          </a:solidFill>
          <a:latin typeface="Arial"/>
          <a:cs typeface="Arial"/>
        </a:defRPr>
      </a:lvl4pPr>
      <a:lvl5pPr algn="ctr" rtl="0">
        <a:spcBef>
          <a:spcPts val="0"/>
        </a:spcBef>
        <a:spcAft>
          <a:spcPts val="0"/>
        </a:spcAft>
        <a:defRPr sz="4400">
          <a:solidFill>
            <a:schemeClr val="tx2"/>
          </a:solidFill>
          <a:latin typeface="Arial"/>
          <a:cs typeface="Arial"/>
        </a:defRPr>
      </a:lvl5pPr>
      <a:lvl6pPr marL="457200" algn="ctr" rtl="0">
        <a:spcBef>
          <a:spcPts val="0"/>
        </a:spcBef>
        <a:spcAft>
          <a:spcPts val="0"/>
        </a:spcAft>
        <a:defRPr sz="4400">
          <a:solidFill>
            <a:schemeClr val="tx2"/>
          </a:solidFill>
          <a:latin typeface="Arial"/>
          <a:cs typeface="Arial"/>
        </a:defRPr>
      </a:lvl6pPr>
      <a:lvl7pPr marL="914400" algn="ctr" rtl="0">
        <a:spcBef>
          <a:spcPts val="0"/>
        </a:spcBef>
        <a:spcAft>
          <a:spcPts val="0"/>
        </a:spcAft>
        <a:defRPr sz="4400">
          <a:solidFill>
            <a:schemeClr val="tx2"/>
          </a:solidFill>
          <a:latin typeface="Arial"/>
          <a:cs typeface="Arial"/>
        </a:defRPr>
      </a:lvl7pPr>
      <a:lvl8pPr marL="1371600" algn="ctr" rtl="0">
        <a:spcBef>
          <a:spcPts val="0"/>
        </a:spcBef>
        <a:spcAft>
          <a:spcPts val="0"/>
        </a:spcAft>
        <a:defRPr sz="4400">
          <a:solidFill>
            <a:schemeClr val="tx2"/>
          </a:solidFill>
          <a:latin typeface="Arial"/>
          <a:cs typeface="Arial"/>
        </a:defRPr>
      </a:lvl8pPr>
      <a:lvl9pPr marL="1828800" algn="ctr" rtl="0">
        <a:spcBef>
          <a:spcPts val="0"/>
        </a:spcBef>
        <a:spcAft>
          <a:spcPts val="0"/>
        </a:spcAft>
        <a:defRPr sz="4400">
          <a:solidFill>
            <a:schemeClr val="tx2"/>
          </a:solidFill>
          <a:latin typeface="Arial"/>
          <a:cs typeface="Arial"/>
        </a:defRPr>
      </a:lvl9pPr>
    </p:titleStyle>
    <p:bodyStyle>
      <a:lvl1pPr marL="342900" indent="-342900" algn="l" rtl="0">
        <a:spcBef>
          <a:spcPts val="0"/>
        </a:spcBef>
        <a:spcAft>
          <a:spcPts val="0"/>
        </a:spcAft>
        <a:buChar char="•"/>
        <a:defRPr sz="3200">
          <a:solidFill>
            <a:schemeClr val="tx1"/>
          </a:solidFill>
          <a:latin typeface="+mn-lt"/>
          <a:ea typeface="+mn-ea"/>
          <a:cs typeface="+mn-cs"/>
        </a:defRPr>
      </a:lvl1pPr>
      <a:lvl2pPr marL="742950" indent="-285750" algn="l" rtl="0">
        <a:spcBef>
          <a:spcPts val="0"/>
        </a:spcBef>
        <a:spcAft>
          <a:spcPts val="0"/>
        </a:spcAft>
        <a:buChar char="–"/>
        <a:defRPr sz="2800">
          <a:solidFill>
            <a:schemeClr val="tx1"/>
          </a:solidFill>
          <a:latin typeface="+mn-lt"/>
          <a:cs typeface="+mn-cs"/>
        </a:defRPr>
      </a:lvl2pPr>
      <a:lvl3pPr marL="1143000" indent="-228600" algn="l" rtl="0">
        <a:spcBef>
          <a:spcPts val="0"/>
        </a:spcBef>
        <a:spcAft>
          <a:spcPts val="0"/>
        </a:spcAft>
        <a:buChar char="•"/>
        <a:defRPr sz="2400">
          <a:solidFill>
            <a:schemeClr val="tx1"/>
          </a:solidFill>
          <a:latin typeface="+mn-lt"/>
          <a:cs typeface="+mn-cs"/>
        </a:defRPr>
      </a:lvl3pPr>
      <a:lvl4pPr marL="1600200" indent="-228600" algn="l" rtl="0">
        <a:spcBef>
          <a:spcPts val="0"/>
        </a:spcBef>
        <a:spcAft>
          <a:spcPts val="0"/>
        </a:spcAft>
        <a:buChar char="–"/>
        <a:defRPr sz="2000">
          <a:solidFill>
            <a:schemeClr val="tx1"/>
          </a:solidFill>
          <a:latin typeface="+mn-lt"/>
          <a:cs typeface="+mn-cs"/>
        </a:defRPr>
      </a:lvl4pPr>
      <a:lvl5pPr marL="2057400" indent="-228600" algn="l" rtl="0">
        <a:spcBef>
          <a:spcPts val="0"/>
        </a:spcBef>
        <a:spcAft>
          <a:spcPts val="0"/>
        </a:spcAft>
        <a:buChar char="»"/>
        <a:defRPr sz="2000">
          <a:solidFill>
            <a:schemeClr val="tx1"/>
          </a:solidFill>
          <a:latin typeface="+mn-lt"/>
          <a:cs typeface="+mn-cs"/>
        </a:defRPr>
      </a:lvl5pPr>
      <a:lvl6pPr marL="2514600" indent="-228600" algn="l" rtl="0">
        <a:spcBef>
          <a:spcPts val="0"/>
        </a:spcBef>
        <a:spcAft>
          <a:spcPts val="0"/>
        </a:spcAft>
        <a:buChar char="»"/>
        <a:defRPr sz="2000">
          <a:solidFill>
            <a:schemeClr val="tx1"/>
          </a:solidFill>
          <a:latin typeface="+mn-lt"/>
          <a:cs typeface="+mn-cs"/>
        </a:defRPr>
      </a:lvl6pPr>
      <a:lvl7pPr marL="2971800" indent="-228600" algn="l" rtl="0">
        <a:spcBef>
          <a:spcPts val="0"/>
        </a:spcBef>
        <a:spcAft>
          <a:spcPts val="0"/>
        </a:spcAft>
        <a:buChar char="»"/>
        <a:defRPr sz="2000">
          <a:solidFill>
            <a:schemeClr val="tx1"/>
          </a:solidFill>
          <a:latin typeface="+mn-lt"/>
          <a:cs typeface="+mn-cs"/>
        </a:defRPr>
      </a:lvl7pPr>
      <a:lvl8pPr marL="3429000" indent="-228600" algn="l" rtl="0">
        <a:spcBef>
          <a:spcPts val="0"/>
        </a:spcBef>
        <a:spcAft>
          <a:spcPts val="0"/>
        </a:spcAft>
        <a:buChar char="»"/>
        <a:defRPr sz="2000">
          <a:solidFill>
            <a:schemeClr val="tx1"/>
          </a:solidFill>
          <a:latin typeface="+mn-lt"/>
          <a:cs typeface="+mn-cs"/>
        </a:defRPr>
      </a:lvl8pPr>
      <a:lvl9pPr marL="3886200" indent="-228600" algn="l" rtl="0">
        <a:spcBef>
          <a:spcPts val="0"/>
        </a:spcBef>
        <a:spcAft>
          <a:spcPts val="0"/>
        </a:spcAft>
        <a:buChar char="»"/>
        <a:defRPr sz="2000">
          <a:solidFill>
            <a:schemeClr val="tx1"/>
          </a:solidFill>
          <a:latin typeface="+mn-lt"/>
          <a:cs typeface="+mn-cs"/>
        </a:defRPr>
      </a:lvl9pPr>
    </p:bodyStyle>
    <p:other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solidFill>
          <a:schemeClr val="bg1"/>
        </a:solidFill>
      </p:bgPr>
    </p:bg>
    <p:spTree>
      <p:nvGrpSpPr>
        <p:cNvPr id="1" name=""/>
        <p:cNvGrpSpPr/>
        <p:nvPr/>
      </p:nvGrpSpPr>
      <p:grpSpPr bwMode="auto">
        <a:xfrm>
          <a:off x="0" y="0"/>
          <a:ext cx="0" cy="0"/>
          <a:chOff x="0" y="0"/>
          <a:chExt cx="0" cy="0"/>
        </a:xfrm>
      </p:grpSpPr>
      <p:sp>
        <p:nvSpPr>
          <p:cNvPr id="1214818214" name="Rechteck 8"/>
          <p:cNvSpPr/>
          <p:nvPr userDrawn="1"/>
        </p:nvSpPr>
        <p:spPr bwMode="auto">
          <a:xfrm>
            <a:off x="0" y="274"/>
            <a:ext cx="12192000" cy="7647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de-DE"/>
          </a:p>
        </p:txBody>
      </p:sp>
      <p:cxnSp>
        <p:nvCxnSpPr>
          <p:cNvPr id="1042068466" name="Gerader Verbinder 10"/>
          <p:cNvCxnSpPr/>
          <p:nvPr userDrawn="1"/>
        </p:nvCxnSpPr>
        <p:spPr bwMode="auto">
          <a:xfrm>
            <a:off x="1166867" y="152713"/>
            <a:ext cx="0" cy="46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9526772" name="Gerader Verbinder 32"/>
          <p:cNvCxnSpPr/>
          <p:nvPr userDrawn="1"/>
        </p:nvCxnSpPr>
        <p:spPr bwMode="auto">
          <a:xfrm>
            <a:off x="0" y="6525344"/>
            <a:ext cx="12192000" cy="0"/>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1097179156"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prstTxWarp prst="textNoShape"/>
          </a:bodyPr>
          <a:lstStyle>
            <a:defPPr>
              <a:defRPr lang="de-DE"/>
            </a:defPPr>
            <a:lvl1pPr algn="l" rtl="0">
              <a:spcBef>
                <a:spcPts val="0"/>
              </a:spcBef>
              <a:spcAft>
                <a:spcPts val="0"/>
              </a:spcAft>
              <a:defRPr sz="800">
                <a:solidFill>
                  <a:schemeClr val="tx1"/>
                </a:solidFill>
                <a:latin typeface="InfoDispRegular-Roman"/>
                <a:ea typeface="+mn-ea"/>
                <a:cs typeface="Arial"/>
              </a:defRPr>
            </a:lvl1pPr>
            <a:lvl2pPr marL="457200" algn="l" rtl="0">
              <a:spcBef>
                <a:spcPts val="0"/>
              </a:spcBef>
              <a:spcAft>
                <a:spcPts val="0"/>
              </a:spcAft>
              <a:defRPr>
                <a:solidFill>
                  <a:schemeClr val="tx1"/>
                </a:solidFill>
                <a:latin typeface="Arial"/>
                <a:ea typeface="+mn-ea"/>
                <a:cs typeface="Arial"/>
              </a:defRPr>
            </a:lvl2pPr>
            <a:lvl3pPr marL="914400" algn="l" rtl="0">
              <a:spcBef>
                <a:spcPts val="0"/>
              </a:spcBef>
              <a:spcAft>
                <a:spcPts val="0"/>
              </a:spcAft>
              <a:defRPr>
                <a:solidFill>
                  <a:schemeClr val="tx1"/>
                </a:solidFill>
                <a:latin typeface="Arial"/>
                <a:ea typeface="+mn-ea"/>
                <a:cs typeface="Arial"/>
              </a:defRPr>
            </a:lvl3pPr>
            <a:lvl4pPr marL="1371600" algn="l" rtl="0">
              <a:spcBef>
                <a:spcPts val="0"/>
              </a:spcBef>
              <a:spcAft>
                <a:spcPts val="0"/>
              </a:spcAft>
              <a:defRPr>
                <a:solidFill>
                  <a:schemeClr val="tx1"/>
                </a:solidFill>
                <a:latin typeface="Arial"/>
                <a:ea typeface="+mn-ea"/>
                <a:cs typeface="Arial"/>
              </a:defRPr>
            </a:lvl4pPr>
            <a:lvl5pPr marL="1828800" algn="l" rtl="0">
              <a:spcBef>
                <a:spcPts val="0"/>
              </a:spcBef>
              <a:spcAft>
                <a:spcPts val="0"/>
              </a:spcAft>
              <a:defRPr>
                <a:solidFill>
                  <a:schemeClr val="tx1"/>
                </a:solidFill>
                <a:latin typeface="Arial"/>
                <a:ea typeface="+mn-ea"/>
                <a:cs typeface="Arial"/>
              </a:defRPr>
            </a:lvl5pPr>
            <a:lvl6pPr marL="2286000" algn="l" defTabSz="914400" rtl="0">
              <a:defRPr>
                <a:solidFill>
                  <a:schemeClr val="tx1"/>
                </a:solidFill>
                <a:latin typeface="Arial"/>
                <a:ea typeface="+mn-ea"/>
                <a:cs typeface="Arial"/>
              </a:defRPr>
            </a:lvl6pPr>
            <a:lvl7pPr marL="2743200" algn="l" defTabSz="914400" rtl="0">
              <a:defRPr>
                <a:solidFill>
                  <a:schemeClr val="tx1"/>
                </a:solidFill>
                <a:latin typeface="Arial"/>
                <a:ea typeface="+mn-ea"/>
                <a:cs typeface="Arial"/>
              </a:defRPr>
            </a:lvl7pPr>
            <a:lvl8pPr marL="3200400" algn="l" defTabSz="914400" rtl="0">
              <a:defRPr>
                <a:solidFill>
                  <a:schemeClr val="tx1"/>
                </a:solidFill>
                <a:latin typeface="Arial"/>
                <a:ea typeface="+mn-ea"/>
                <a:cs typeface="Arial"/>
              </a:defRPr>
            </a:lvl8pPr>
            <a:lvl9pPr marL="3657600" algn="l" defTabSz="914400" rtl="0">
              <a:defRPr>
                <a:solidFill>
                  <a:schemeClr val="tx1"/>
                </a:solidFill>
                <a:latin typeface="Arial"/>
                <a:ea typeface="+mn-ea"/>
                <a:cs typeface="Arial"/>
              </a:defRPr>
            </a:lvl9pPr>
          </a:lstStyle>
          <a:p>
            <a:pPr algn="r">
              <a:defRPr/>
            </a:pPr>
            <a:r>
              <a:rPr lang="de-DE" sz="1400">
                <a:latin typeface="Roboto"/>
                <a:ea typeface="Roboto"/>
              </a:rPr>
              <a:t>www.tu-chemnitz.de</a:t>
            </a:r>
            <a:endParaRPr/>
          </a:p>
        </p:txBody>
      </p:sp>
      <p:sp>
        <p:nvSpPr>
          <p:cNvPr id="997981040" name="Fußzeilenplatzhalter 4"/>
          <p:cNvSpPr txBox="1"/>
          <p:nvPr userDrawn="1"/>
        </p:nvSpPr>
        <p:spPr bwMode="auto">
          <a:xfrm flipH="0" flipV="0">
            <a:off x="7568463" y="6526932"/>
            <a:ext cx="2680436" cy="332655"/>
          </a:xfrm>
          <a:prstGeom prst="rect">
            <a:avLst/>
          </a:prstGeom>
        </p:spPr>
        <p:txBody>
          <a:bodyPr lIns="0" tIns="0" rIns="0" bIns="0" anchor="ctr" anchorCtr="0"/>
          <a:lstStyle>
            <a:defPPr>
              <a:defRPr lang="de-DE"/>
            </a:defPPr>
            <a:lvl1pPr algn="l" rtl="0">
              <a:spcBef>
                <a:spcPts val="0"/>
              </a:spcBef>
              <a:spcAft>
                <a:spcPts val="0"/>
              </a:spcAft>
              <a:defRPr sz="1000">
                <a:solidFill>
                  <a:schemeClr val="tx1"/>
                </a:solidFill>
                <a:latin typeface="Roboto Condensed"/>
                <a:ea typeface="Roboto Condensed"/>
                <a:cs typeface="Arial"/>
              </a:defRPr>
            </a:lvl1pPr>
            <a:lvl2pPr marL="457200" algn="l" rtl="0">
              <a:spcBef>
                <a:spcPts val="0"/>
              </a:spcBef>
              <a:spcAft>
                <a:spcPts val="0"/>
              </a:spcAft>
              <a:defRPr>
                <a:solidFill>
                  <a:schemeClr val="tx1"/>
                </a:solidFill>
                <a:latin typeface="Arial"/>
                <a:ea typeface="+mn-ea"/>
                <a:cs typeface="Arial"/>
              </a:defRPr>
            </a:lvl2pPr>
            <a:lvl3pPr marL="914400" algn="l" rtl="0">
              <a:spcBef>
                <a:spcPts val="0"/>
              </a:spcBef>
              <a:spcAft>
                <a:spcPts val="0"/>
              </a:spcAft>
              <a:defRPr>
                <a:solidFill>
                  <a:schemeClr val="tx1"/>
                </a:solidFill>
                <a:latin typeface="Arial"/>
                <a:ea typeface="+mn-ea"/>
                <a:cs typeface="Arial"/>
              </a:defRPr>
            </a:lvl3pPr>
            <a:lvl4pPr marL="1371600" algn="l" rtl="0">
              <a:spcBef>
                <a:spcPts val="0"/>
              </a:spcBef>
              <a:spcAft>
                <a:spcPts val="0"/>
              </a:spcAft>
              <a:defRPr>
                <a:solidFill>
                  <a:schemeClr val="tx1"/>
                </a:solidFill>
                <a:latin typeface="Arial"/>
                <a:ea typeface="+mn-ea"/>
                <a:cs typeface="Arial"/>
              </a:defRPr>
            </a:lvl4pPr>
            <a:lvl5pPr marL="1828800" algn="l" rtl="0">
              <a:spcBef>
                <a:spcPts val="0"/>
              </a:spcBef>
              <a:spcAft>
                <a:spcPts val="0"/>
              </a:spcAft>
              <a:defRPr>
                <a:solidFill>
                  <a:schemeClr val="tx1"/>
                </a:solidFill>
                <a:latin typeface="Arial"/>
                <a:ea typeface="+mn-ea"/>
                <a:cs typeface="Arial"/>
              </a:defRPr>
            </a:lvl5pPr>
            <a:lvl6pPr marL="2286000" algn="l" defTabSz="914400" rtl="0">
              <a:defRPr>
                <a:solidFill>
                  <a:schemeClr val="tx1"/>
                </a:solidFill>
                <a:latin typeface="Arial"/>
                <a:ea typeface="+mn-ea"/>
                <a:cs typeface="Arial"/>
              </a:defRPr>
            </a:lvl6pPr>
            <a:lvl7pPr marL="2743200" algn="l" defTabSz="914400" rtl="0">
              <a:defRPr>
                <a:solidFill>
                  <a:schemeClr val="tx1"/>
                </a:solidFill>
                <a:latin typeface="Arial"/>
                <a:ea typeface="+mn-ea"/>
                <a:cs typeface="Arial"/>
              </a:defRPr>
            </a:lvl7pPr>
            <a:lvl8pPr marL="3200400" algn="l" defTabSz="914400" rtl="0">
              <a:defRPr>
                <a:solidFill>
                  <a:schemeClr val="tx1"/>
                </a:solidFill>
                <a:latin typeface="Arial"/>
                <a:ea typeface="+mn-ea"/>
                <a:cs typeface="Arial"/>
              </a:defRPr>
            </a:lvl8pPr>
            <a:lvl9pPr marL="3657600" algn="l" defTabSz="914400" rtl="0">
              <a:defRPr>
                <a:solidFill>
                  <a:schemeClr val="tx1"/>
                </a:solidFill>
                <a:latin typeface="Arial"/>
                <a:ea typeface="+mn-ea"/>
                <a:cs typeface="Arial"/>
              </a:defRPr>
            </a:lvl9pPr>
          </a:lstStyle>
          <a:p>
            <a:pPr algn="ctr">
              <a:defRPr/>
            </a:pPr>
            <a:fld id="{72C5D026-0A5E-414E-BDD7-AEAAC7E56A8F}" type="slidenum">
              <a:rPr lang="de-DE" sz="1400">
                <a:latin typeface="Roboto"/>
                <a:ea typeface="Roboto"/>
              </a:rPr>
              <a:t>‹Nr.›</a:t>
            </a:fld>
            <a:endParaRPr lang="de-DE" sz="1400">
              <a:latin typeface="Roboto"/>
              <a:ea typeface="Roboto"/>
            </a:endParaRPr>
          </a:p>
        </p:txBody>
      </p:sp>
      <p:sp>
        <p:nvSpPr>
          <p:cNvPr id="1005123893" name="Rectangle 4"/>
          <p:cNvSpPr txBox="1">
            <a:spLocks noChangeArrowheads="1"/>
          </p:cNvSpPr>
          <p:nvPr userDrawn="1"/>
        </p:nvSpPr>
        <p:spPr bwMode="auto">
          <a:xfrm flipH="0" flipV="0">
            <a:off x="192088" y="6525344"/>
            <a:ext cx="7376374" cy="334243"/>
          </a:xfrm>
          <a:prstGeom prst="rect">
            <a:avLst/>
          </a:prstGeom>
          <a:noFill/>
          <a:ln>
            <a:noFill/>
          </a:ln>
          <a:effectLst/>
        </p:spPr>
        <p:txBody>
          <a:bodyPr vert="horz" wrap="square" lIns="0" tIns="0" rIns="0" bIns="0" numCol="1" anchor="ctr" anchorCtr="0" compatLnSpc="1">
            <a:prstTxWarp prst="textNoShape"/>
          </a:bodyPr>
          <a:lstStyle>
            <a:defPPr>
              <a:defRPr lang="de-DE"/>
            </a:defPPr>
            <a:lvl1pPr algn="l" rtl="0">
              <a:spcBef>
                <a:spcPts val="0"/>
              </a:spcBef>
              <a:spcAft>
                <a:spcPts val="0"/>
              </a:spcAft>
              <a:defRPr sz="800">
                <a:solidFill>
                  <a:schemeClr val="tx1"/>
                </a:solidFill>
                <a:latin typeface="InfoDispRegular-Roman"/>
                <a:ea typeface="+mn-ea"/>
                <a:cs typeface="Arial"/>
              </a:defRPr>
            </a:lvl1pPr>
            <a:lvl2pPr marL="457200" algn="l" rtl="0">
              <a:spcBef>
                <a:spcPts val="0"/>
              </a:spcBef>
              <a:spcAft>
                <a:spcPts val="0"/>
              </a:spcAft>
              <a:defRPr>
                <a:solidFill>
                  <a:schemeClr val="tx1"/>
                </a:solidFill>
                <a:latin typeface="Arial"/>
                <a:ea typeface="+mn-ea"/>
                <a:cs typeface="Arial"/>
              </a:defRPr>
            </a:lvl2pPr>
            <a:lvl3pPr marL="914400" algn="l" rtl="0">
              <a:spcBef>
                <a:spcPts val="0"/>
              </a:spcBef>
              <a:spcAft>
                <a:spcPts val="0"/>
              </a:spcAft>
              <a:defRPr>
                <a:solidFill>
                  <a:schemeClr val="tx1"/>
                </a:solidFill>
                <a:latin typeface="Arial"/>
                <a:ea typeface="+mn-ea"/>
                <a:cs typeface="Arial"/>
              </a:defRPr>
            </a:lvl3pPr>
            <a:lvl4pPr marL="1371600" algn="l" rtl="0">
              <a:spcBef>
                <a:spcPts val="0"/>
              </a:spcBef>
              <a:spcAft>
                <a:spcPts val="0"/>
              </a:spcAft>
              <a:defRPr>
                <a:solidFill>
                  <a:schemeClr val="tx1"/>
                </a:solidFill>
                <a:latin typeface="Arial"/>
                <a:ea typeface="+mn-ea"/>
                <a:cs typeface="Arial"/>
              </a:defRPr>
            </a:lvl4pPr>
            <a:lvl5pPr marL="1828800" algn="l" rtl="0">
              <a:spcBef>
                <a:spcPts val="0"/>
              </a:spcBef>
              <a:spcAft>
                <a:spcPts val="0"/>
              </a:spcAft>
              <a:defRPr>
                <a:solidFill>
                  <a:schemeClr val="tx1"/>
                </a:solidFill>
                <a:latin typeface="Arial"/>
                <a:ea typeface="+mn-ea"/>
                <a:cs typeface="Arial"/>
              </a:defRPr>
            </a:lvl5pPr>
            <a:lvl6pPr marL="2286000" algn="l" defTabSz="914400" rtl="0">
              <a:defRPr>
                <a:solidFill>
                  <a:schemeClr val="tx1"/>
                </a:solidFill>
                <a:latin typeface="Arial"/>
                <a:ea typeface="+mn-ea"/>
                <a:cs typeface="Arial"/>
              </a:defRPr>
            </a:lvl6pPr>
            <a:lvl7pPr marL="2743200" algn="l" defTabSz="914400" rtl="0">
              <a:defRPr>
                <a:solidFill>
                  <a:schemeClr val="tx1"/>
                </a:solidFill>
                <a:latin typeface="Arial"/>
                <a:ea typeface="+mn-ea"/>
                <a:cs typeface="Arial"/>
              </a:defRPr>
            </a:lvl7pPr>
            <a:lvl8pPr marL="3200400" algn="l" defTabSz="914400" rtl="0">
              <a:defRPr>
                <a:solidFill>
                  <a:schemeClr val="tx1"/>
                </a:solidFill>
                <a:latin typeface="Arial"/>
                <a:ea typeface="+mn-ea"/>
                <a:cs typeface="Arial"/>
              </a:defRPr>
            </a:lvl8pPr>
            <a:lvl9pPr marL="3657600" algn="l" defTabSz="914400" rtl="0">
              <a:defRPr>
                <a:solidFill>
                  <a:schemeClr val="tx1"/>
                </a:solidFill>
                <a:latin typeface="Arial"/>
                <a:ea typeface="+mn-ea"/>
                <a:cs typeface="Arial"/>
              </a:defRPr>
            </a:lvl9pPr>
          </a:lstStyle>
          <a:p>
            <a:pPr>
              <a:defRPr/>
            </a:pPr>
            <a:r>
              <a:rPr lang="de-DE" sz="1400" b="0" i="0" u="none" strike="noStrike" cap="none" spc="0">
                <a:solidFill>
                  <a:schemeClr val="tx1"/>
                </a:solidFill>
                <a:latin typeface="Roboto"/>
                <a:ea typeface="Roboto"/>
                <a:cs typeface="Roboto"/>
              </a:rPr>
              <a:t>Chemnitz ∙ 26. November 2025 ∙ Sepp Stage, Josias Krahl, Julian Fedas, Vanessa Vorpagel</a:t>
            </a:r>
            <a:endParaRPr/>
          </a:p>
        </p:txBody>
      </p:sp>
      <p:pic>
        <p:nvPicPr>
          <p:cNvPr id="2137914109" name="Grafik 9" title="Logo der TU Chemnitz mit Bezug zur Kulturhauptstadt 2025"/>
          <p:cNvPicPr>
            <a:picLocks noChangeAspect="1"/>
          </p:cNvPicPr>
          <p:nvPr userDrawn="1"/>
        </p:nvPicPr>
        <p:blipFill rotWithShape="1">
          <a:blip r:embed="rId8"/>
          <a:stretch/>
        </p:blipFill>
        <p:spPr bwMode="auto">
          <a:xfrm>
            <a:off x="192089" y="152400"/>
            <a:ext cx="785406" cy="468000"/>
          </a:xfrm>
          <a:prstGeom prst="rect">
            <a:avLst/>
          </a:prstGeom>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914400" rtl="0">
        <a:lnSpc>
          <a:spcPct val="90000"/>
        </a:lnSpc>
        <a:spcBef>
          <a:spcPts val="0"/>
        </a:spcBef>
        <a:buNone/>
        <a:defRPr sz="1600" b="1">
          <a:solidFill>
            <a:schemeClr val="bg1"/>
          </a:solidFill>
          <a:latin typeface="Roboto"/>
          <a:ea typeface="Roboto"/>
          <a:cs typeface="+mj-cs"/>
        </a:defRPr>
      </a:lvl1pPr>
    </p:titleStyle>
    <p:bodyStyle>
      <a:lvl1pPr marL="228600" indent="-228600" algn="l" defTabSz="914400" rtl="0">
        <a:lnSpc>
          <a:spcPct val="90000"/>
        </a:lnSpc>
        <a:spcBef>
          <a:spcPts val="1000"/>
        </a:spcBef>
        <a:buFont typeface="Arial"/>
        <a:buChar char="•"/>
        <a:defRPr sz="2400">
          <a:solidFill>
            <a:schemeClr val="tx1"/>
          </a:solidFill>
          <a:latin typeface="Roboto"/>
          <a:ea typeface="Roboto"/>
          <a:cs typeface="+mn-cs"/>
        </a:defRPr>
      </a:lvl1pPr>
      <a:lvl2pPr marL="685800" indent="-228600" algn="l" defTabSz="914400" rtl="0">
        <a:lnSpc>
          <a:spcPct val="90000"/>
        </a:lnSpc>
        <a:spcBef>
          <a:spcPts val="500"/>
        </a:spcBef>
        <a:buFont typeface="Arial"/>
        <a:buChar char="•"/>
        <a:defRPr sz="2000">
          <a:solidFill>
            <a:schemeClr val="tx1"/>
          </a:solidFill>
          <a:latin typeface="Roboto"/>
          <a:ea typeface="Roboto"/>
          <a:cs typeface="+mn-cs"/>
        </a:defRPr>
      </a:lvl2pPr>
      <a:lvl3pPr marL="1143000" indent="-228600" algn="l" defTabSz="914400" rtl="0">
        <a:lnSpc>
          <a:spcPct val="90000"/>
        </a:lnSpc>
        <a:spcBef>
          <a:spcPts val="500"/>
        </a:spcBef>
        <a:buFont typeface="Arial"/>
        <a:buChar char="•"/>
        <a:defRPr sz="1800">
          <a:solidFill>
            <a:schemeClr val="tx1"/>
          </a:solidFill>
          <a:latin typeface="Roboto"/>
          <a:ea typeface="Roboto"/>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hyperlink" Target="https://www.tu-chemnitz.de/tu/inklusion/PDF/Anleitung_Formatierung-Powerpoint.pdf" TargetMode="External"/><Relationship Id="rId4" Type="http://schemas.openxmlformats.org/officeDocument/2006/relationships/hyperlink" Target="mailto:support@hrz.tu-chemnitz.de?subject=Frage%20zur%20Erstellung%20barrierefreier%20PDF%20aus%20Powerpoint%20und%20Formatierung%20in%20Powerpoint" TargetMode="External"/><Relationship Id="rId5"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91577520" name="Titel 1"/>
          <p:cNvSpPr>
            <a:spLocks noGrp="1"/>
          </p:cNvSpPr>
          <p:nvPr>
            <p:ph type="title"/>
          </p:nvPr>
        </p:nvSpPr>
        <p:spPr bwMode="auto">
          <a:xfrm>
            <a:off x="2387600" y="266700"/>
            <a:ext cx="9504363" cy="893763"/>
          </a:xfrm>
        </p:spPr>
        <p:txBody>
          <a:bodyPr/>
          <a:lstStyle/>
          <a:p>
            <a:pPr>
              <a:defRPr/>
            </a:pPr>
            <a:r>
              <a:rPr lang="de-DE"/>
              <a:t>Startfolie</a:t>
            </a:r>
            <a:endParaRPr/>
          </a:p>
        </p:txBody>
      </p:sp>
      <p:sp>
        <p:nvSpPr>
          <p:cNvPr id="265543242" name="Textplatzhalter 3"/>
          <p:cNvSpPr>
            <a:spLocks noGrp="1"/>
          </p:cNvSpPr>
          <p:nvPr>
            <p:ph type="body" sz="quarter" idx="13"/>
          </p:nvPr>
        </p:nvSpPr>
        <p:spPr bwMode="auto"/>
        <p:txBody>
          <a:bodyPr/>
          <a:lstStyle/>
          <a:p>
            <a:pPr>
              <a:defRPr/>
            </a:pPr>
            <a:endParaRPr lang="de-DE"/>
          </a:p>
        </p:txBody>
      </p:sp>
      <p:sp>
        <p:nvSpPr>
          <p:cNvPr id="1113225339" name="Bildplatzhalter 2" descr="wird beim einfügen des Bildes eingesetzt&#10;"/>
          <p:cNvSpPr>
            <a:spLocks noGrp="1"/>
          </p:cNvSpPr>
          <p:nvPr>
            <p:ph type="pic" sz="quarter" idx="10"/>
          </p:nvPr>
        </p:nvSpPr>
        <p:spPr bwMode="auto"/>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53308633" name="Titel 4"/>
          <p:cNvSpPr>
            <a:spLocks noGrp="1"/>
          </p:cNvSpPr>
          <p:nvPr>
            <p:ph type="title"/>
          </p:nvPr>
        </p:nvSpPr>
        <p:spPr bwMode="auto">
          <a:xfrm>
            <a:off x="1343025" y="152400"/>
            <a:ext cx="10656888" cy="468314"/>
          </a:xfrm>
        </p:spPr>
        <p:txBody>
          <a:bodyPr/>
          <a:lstStyle/>
          <a:p>
            <a:pPr>
              <a:defRPr/>
            </a:pPr>
            <a:r>
              <a:rPr lang="de-DE"/>
              <a:t>Folgefolie</a:t>
            </a:r>
            <a:endParaRPr/>
          </a:p>
        </p:txBody>
      </p:sp>
      <p:sp>
        <p:nvSpPr>
          <p:cNvPr id="1102889146" name="Textplatzhalter 6"/>
          <p:cNvSpPr>
            <a:spLocks noGrp="1"/>
          </p:cNvSpPr>
          <p:nvPr>
            <p:ph type="body" sz="quarter" idx="13"/>
          </p:nvPr>
        </p:nvSpPr>
        <p:spPr bwMode="auto"/>
        <p:txBody>
          <a:bodyPr/>
          <a:lstStyle/>
          <a:p>
            <a:pPr>
              <a:defRPr/>
            </a:pPr>
            <a:endParaRPr lang="de-DE"/>
          </a:p>
        </p:txBody>
      </p:sp>
      <p:sp>
        <p:nvSpPr>
          <p:cNvPr id="971009491" name="Textplatzhalter 5"/>
          <p:cNvSpPr>
            <a:spLocks noGrp="1"/>
          </p:cNvSpPr>
          <p:nvPr>
            <p:ph type="body" sz="quarter" idx="11"/>
          </p:nvPr>
        </p:nvSpPr>
        <p:spPr bwMode="auto"/>
        <p:txBody>
          <a:bodyPr/>
          <a:lstStyle/>
          <a:p>
            <a:pPr>
              <a:defRPr/>
            </a:pPr>
            <a:endParaRPr lang="de-DE"/>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9505236" name="Titel 1"/>
          <p:cNvSpPr>
            <a:spLocks noGrp="1"/>
          </p:cNvSpPr>
          <p:nvPr>
            <p:ph type="title"/>
          </p:nvPr>
        </p:nvSpPr>
        <p:spPr bwMode="auto">
          <a:xfrm>
            <a:off x="1343025" y="152400"/>
            <a:ext cx="10656888" cy="468314"/>
          </a:xfrm>
        </p:spPr>
        <p:txBody>
          <a:bodyPr/>
          <a:lstStyle/>
          <a:p>
            <a:pPr>
              <a:defRPr/>
            </a:pPr>
            <a:r>
              <a:rPr lang="de-DE"/>
              <a:t>Barrierefreie PDF-Dokumente: Formatierungshinweise</a:t>
            </a:r>
            <a:endParaRPr lang="de-DE"/>
          </a:p>
        </p:txBody>
      </p:sp>
      <p:sp>
        <p:nvSpPr>
          <p:cNvPr id="1974511146" name="Textplatzhalter 2"/>
          <p:cNvSpPr>
            <a:spLocks noGrp="1"/>
          </p:cNvSpPr>
          <p:nvPr>
            <p:ph type="body" sz="quarter" idx="13"/>
          </p:nvPr>
        </p:nvSpPr>
        <p:spPr bwMode="auto"/>
        <p:txBody>
          <a:bodyPr>
            <a:noAutofit/>
          </a:bodyPr>
          <a:lstStyle/>
          <a:p>
            <a:pPr>
              <a:defRPr/>
            </a:pPr>
            <a:r>
              <a:rPr lang="de-DE"/>
              <a:t>Checkliste zur Erstellung barrierefreier PDF-Dokumente aus PowerPoint</a:t>
            </a:r>
            <a:endParaRPr/>
          </a:p>
          <a:p>
            <a:pPr>
              <a:defRPr/>
            </a:pPr>
            <a:r>
              <a:rPr lang="de-DE" sz="1300" b="0"/>
              <a:t>A</a:t>
            </a:r>
            <a:r>
              <a:rPr lang="de-DE" sz="1300" b="0"/>
              <a:t>usführliche Anleitung:  </a:t>
            </a:r>
            <a:r>
              <a:rPr lang="de-DE" sz="1300" b="0" u="sng">
                <a:hlinkClick r:id="rId3" tooltip="Link auf Formatierungshinweise"/>
              </a:rPr>
              <a:t>Link auf die Anleitung zur Formatierung in PowerPoint</a:t>
            </a:r>
            <a:br>
              <a:rPr lang="de-DE" sz="1300" b="0"/>
            </a:br>
            <a:r>
              <a:rPr lang="de-DE" sz="1300" b="0"/>
              <a:t>Bei Fragen und Problemen: </a:t>
            </a:r>
            <a:r>
              <a:rPr lang="de-DE" sz="1300" b="0" u="sng">
                <a:hlinkClick r:id="rId4" tooltip="Mailkontakt zur Unterstützung"/>
              </a:rPr>
              <a:t>support@hrz.tu-chemnitz.de</a:t>
            </a:r>
            <a:r>
              <a:rPr lang="de-DE" sz="1300" b="0"/>
              <a:t> </a:t>
            </a:r>
            <a:endParaRPr lang="de-DE" sz="1300" b="0"/>
          </a:p>
          <a:p>
            <a:pPr>
              <a:defRPr/>
            </a:pPr>
            <a:endParaRPr lang="de-DE" sz="1400" b="0"/>
          </a:p>
        </p:txBody>
      </p:sp>
      <p:pic>
        <p:nvPicPr>
          <p:cNvPr id="246050687" name="Grafik 4" descr="Icon der TU Chemnitz für Barrierefreie PDF-Dokumente "/>
          <p:cNvPicPr>
            <a:picLocks noChangeAspect="1"/>
          </p:cNvPicPr>
          <p:nvPr/>
        </p:nvPicPr>
        <p:blipFill rotWithShape="1">
          <a:blip r:embed="rId5"/>
          <a:stretch/>
        </p:blipFill>
        <p:spPr bwMode="auto">
          <a:xfrm>
            <a:off x="120872" y="2013884"/>
            <a:ext cx="761122" cy="761122"/>
          </a:xfrm>
          <a:prstGeom prst="rect">
            <a:avLst/>
          </a:prstGeom>
        </p:spPr>
      </p:pic>
      <p:sp>
        <p:nvSpPr>
          <p:cNvPr id="1492168519" name="Textplatzhalter 3"/>
          <p:cNvSpPr>
            <a:spLocks noGrp="1"/>
          </p:cNvSpPr>
          <p:nvPr>
            <p:ph type="body" sz="quarter" idx="11"/>
          </p:nvPr>
        </p:nvSpPr>
        <p:spPr bwMode="auto">
          <a:xfrm>
            <a:off x="1240403" y="1954400"/>
            <a:ext cx="10759510" cy="4593720"/>
          </a:xfrm>
        </p:spPr>
        <p:txBody>
          <a:bodyPr>
            <a:noAutofit/>
          </a:bodyPr>
          <a:lstStyle/>
          <a:p>
            <a:pPr>
              <a:buClr>
                <a:srgbClr val="005F50"/>
              </a:buClr>
              <a:buFont typeface="Wingdings 2"/>
              <a:buChar char="*"/>
              <a:defRPr/>
            </a:pPr>
            <a:r>
              <a:rPr lang="de-DE" sz="1200"/>
              <a:t>Jede Folie benötigt einen </a:t>
            </a:r>
            <a:r>
              <a:rPr lang="de-DE" sz="1200" b="1"/>
              <a:t>Folientitel</a:t>
            </a:r>
            <a:r>
              <a:rPr lang="de-DE" sz="1200"/>
              <a:t>, der mit dem in der Vorlage vorgesehenen Titelmaster angelegt wird (nicht als Textfeld). Der Folientitel soll eindeutig sein und Dopplungen vermieden werden, da dies zur Navigation wichtig ist. Eine Prüfung ist über die Gliederungsansicht möglich.</a:t>
            </a:r>
            <a:endParaRPr/>
          </a:p>
          <a:p>
            <a:pPr>
              <a:buClr>
                <a:srgbClr val="005F50"/>
              </a:buClr>
              <a:buFont typeface="Wingdings 2"/>
              <a:buChar char="*"/>
              <a:defRPr/>
            </a:pPr>
            <a:r>
              <a:rPr lang="de-DE" sz="1200"/>
              <a:t>Jedes Objekt (Bilder, Diagramme, Logos, Fotos etc.) auf einer Folie braucht einen </a:t>
            </a:r>
            <a:r>
              <a:rPr lang="de-DE" sz="1200" b="1"/>
              <a:t>Alternativtext</a:t>
            </a:r>
            <a:r>
              <a:rPr lang="de-DE" sz="1200"/>
              <a:t>, um den Zweck und Inhalt prägnant zu beschreiben. Dies erfolgt durch Rechtsklick auf das Objekt und „Grafik/Diagrammbereich formatieren“ durch Eintrag unter „Beschreibung“. </a:t>
            </a:r>
            <a:r>
              <a:rPr lang="de-DE" sz="1200"/>
              <a:t>Alternativ </a:t>
            </a:r>
            <a:r>
              <a:rPr lang="de-DE" sz="1200"/>
              <a:t>kann ein Objekt auch </a:t>
            </a:r>
            <a:r>
              <a:rPr lang="de-DE" sz="1200"/>
              <a:t>als </a:t>
            </a:r>
            <a:r>
              <a:rPr lang="de-DE" sz="1200"/>
              <a:t>dekorativ </a:t>
            </a:r>
            <a:r>
              <a:rPr lang="de-DE" sz="1200"/>
              <a:t>markiert </a:t>
            </a:r>
            <a:r>
              <a:rPr lang="de-DE" sz="1200"/>
              <a:t>werden, d. h. nur wenn es Informationen vermittelt, ist ein Alternativtext nötig.</a:t>
            </a:r>
            <a:endParaRPr/>
          </a:p>
          <a:p>
            <a:pPr>
              <a:buClr>
                <a:srgbClr val="005F50"/>
              </a:buClr>
              <a:buFont typeface="Wingdings 2"/>
              <a:buChar char="*"/>
              <a:defRPr/>
            </a:pPr>
            <a:r>
              <a:rPr lang="de-DE" sz="1200" b="1"/>
              <a:t>Links</a:t>
            </a:r>
            <a:r>
              <a:rPr lang="de-DE" sz="1200"/>
              <a:t> müssen aktiviert sein (blaue Markierung). Zur besseren Zugänglichkeit sollte unter „Anzuzeigender Text“ im Dialogfeld „Hyperlink bearbeiten“ über den Linkzweck informiert werden (siehe Beispiel oben), statt nur die </a:t>
            </a:r>
            <a:r>
              <a:rPr lang="de-DE" sz="1200"/>
              <a:t>www</a:t>
            </a:r>
            <a:r>
              <a:rPr lang="de-DE" sz="1200"/>
              <a:t>-Adresse zu kopieren</a:t>
            </a:r>
            <a:r>
              <a:rPr lang="de-DE" sz="1200"/>
              <a:t>. </a:t>
            </a:r>
            <a:r>
              <a:rPr lang="de-DE" sz="1200"/>
              <a:t>Die Quickinfo </a:t>
            </a:r>
            <a:r>
              <a:rPr lang="de-DE" sz="1200"/>
              <a:t>ist </a:t>
            </a:r>
            <a:r>
              <a:rPr lang="de-DE" sz="1200"/>
              <a:t>ebenfalls Pflicht und enthält eine kurze </a:t>
            </a:r>
            <a:r>
              <a:rPr lang="de-DE" sz="1200"/>
              <a:t>Beschreibung zum </a:t>
            </a:r>
            <a:r>
              <a:rPr lang="de-DE" sz="1200"/>
              <a:t>Link für den Mouseover-Effekt).</a:t>
            </a:r>
            <a:endParaRPr/>
          </a:p>
          <a:p>
            <a:pPr>
              <a:buClr>
                <a:srgbClr val="005F50"/>
              </a:buClr>
              <a:buFont typeface="Wingdings 2"/>
              <a:buChar char="*"/>
              <a:defRPr/>
            </a:pPr>
            <a:r>
              <a:rPr lang="de-DE" sz="1200" b="1"/>
              <a:t>Sprachwechsel</a:t>
            </a:r>
            <a:r>
              <a:rPr lang="de-DE" sz="1200"/>
              <a:t> (z. B. englischsprachige Wörter oder anderssprachige Zitate) sind zu kennzeichnen, damit Sprachausgabe-Systeme diese Passagen korrekt vorlesen.</a:t>
            </a:r>
            <a:endParaRPr/>
          </a:p>
          <a:p>
            <a:pPr>
              <a:buClr>
                <a:srgbClr val="005F50"/>
              </a:buClr>
              <a:buFont typeface="Wingdings 2"/>
              <a:buChar char="*"/>
              <a:defRPr/>
            </a:pPr>
            <a:r>
              <a:rPr lang="de-DE" sz="1200"/>
              <a:t>Alle </a:t>
            </a:r>
            <a:r>
              <a:rPr lang="de-DE" sz="1200"/>
              <a:t>Inhaltselemente </a:t>
            </a:r>
            <a:r>
              <a:rPr lang="de-DE" sz="1200"/>
              <a:t>auf einer Folie werden in </a:t>
            </a:r>
            <a:r>
              <a:rPr lang="de-DE" sz="1200"/>
              <a:t>einer bestimmten Reihenfolge </a:t>
            </a:r>
            <a:r>
              <a:rPr lang="de-DE" sz="1200"/>
              <a:t>abgespeichert und in dieser von einem </a:t>
            </a:r>
            <a:r>
              <a:rPr lang="de-DE" sz="1200"/>
              <a:t>Sprachausgabe-System </a:t>
            </a:r>
            <a:r>
              <a:rPr lang="de-DE" sz="1200"/>
              <a:t>vorgelesen. Werden </a:t>
            </a:r>
            <a:r>
              <a:rPr lang="de-DE" sz="1200"/>
              <a:t>zu einem späteren Zeitpunkt bei der Erstellung </a:t>
            </a:r>
            <a:r>
              <a:rPr lang="de-DE" sz="1200"/>
              <a:t>neue </a:t>
            </a:r>
            <a:r>
              <a:rPr lang="de-DE" sz="1200"/>
              <a:t>Inhalte auf einer Folie eingefügt (z. B. ein Textfeld), so werden diese am Ende der Reihenfolge abgelegt. </a:t>
            </a:r>
            <a:r>
              <a:rPr lang="de-DE" sz="1200"/>
              <a:t>Daher muss final die </a:t>
            </a:r>
            <a:r>
              <a:rPr lang="de-DE" sz="1200" b="1"/>
              <a:t>Reihenfolge </a:t>
            </a:r>
            <a:r>
              <a:rPr lang="de-DE" sz="1200" b="1"/>
              <a:t>der Inhaltselemente </a:t>
            </a:r>
            <a:r>
              <a:rPr lang="de-DE" sz="1200"/>
              <a:t>überprüft </a:t>
            </a:r>
            <a:r>
              <a:rPr lang="de-DE" sz="1200"/>
              <a:t>und verändert werden: </a:t>
            </a:r>
            <a:r>
              <a:rPr lang="de-DE" sz="1200"/>
              <a:t>Dies erfolgt in der </a:t>
            </a:r>
            <a:r>
              <a:rPr lang="de-DE" sz="1200"/>
              <a:t>Registerkarte „Start“ &gt; Anordnen unter „Zeichnung“ &gt; </a:t>
            </a:r>
            <a:r>
              <a:rPr lang="de-DE" sz="1200"/>
              <a:t>Auswahlbereich. </a:t>
            </a:r>
            <a:r>
              <a:rPr lang="de-DE" sz="1200"/>
              <a:t>Das unterste Element wird zuerst vorgelesen, das oberste Element zuletzt!</a:t>
            </a:r>
            <a:r>
              <a:rPr lang="de-DE" sz="1200">
                <a:solidFill>
                  <a:srgbClr val="005F50"/>
                </a:solidFill>
              </a:rPr>
              <a:t> </a:t>
            </a:r>
            <a:r>
              <a:rPr lang="de-DE" sz="1200"/>
              <a:t>Entsprechend muss sich das </a:t>
            </a:r>
            <a:r>
              <a:rPr lang="de-DE" sz="1200"/>
              <a:t>Objekt</a:t>
            </a:r>
            <a:r>
              <a:rPr lang="de-DE" sz="1200"/>
              <a:t>, welches zuerst vorgelesen werden soll (z. B. der Folientitel) also an unterster Stelle der Liste befinden. </a:t>
            </a:r>
            <a:r>
              <a:rPr lang="de-DE" sz="1200"/>
              <a:t>Die </a:t>
            </a:r>
            <a:r>
              <a:rPr lang="de-DE" sz="1200"/>
              <a:t>Lesereihenfolge lässt sich ändern, indem das entsprechende Element </a:t>
            </a:r>
            <a:r>
              <a:rPr lang="de-DE" sz="1200"/>
              <a:t>mit </a:t>
            </a:r>
            <a:r>
              <a:rPr lang="de-DE" sz="1200"/>
              <a:t>den </a:t>
            </a:r>
            <a:r>
              <a:rPr lang="de-DE" sz="1200"/>
              <a:t>beiden Pfeiltasten richtig positioniert wird.</a:t>
            </a:r>
            <a:endParaRPr/>
          </a:p>
          <a:p>
            <a:pPr>
              <a:buClr>
                <a:srgbClr val="005F50"/>
              </a:buClr>
              <a:buFont typeface="Wingdings 2"/>
              <a:buChar char="*"/>
              <a:defRPr/>
            </a:pPr>
            <a:r>
              <a:rPr lang="de-DE" sz="1200"/>
              <a:t>Die </a:t>
            </a:r>
            <a:r>
              <a:rPr lang="de-DE" sz="1200"/>
              <a:t>Präsentation </a:t>
            </a:r>
            <a:r>
              <a:rPr lang="de-DE" sz="1200"/>
              <a:t>benötigt einen </a:t>
            </a:r>
            <a:r>
              <a:rPr lang="de-DE" sz="1200" b="1"/>
              <a:t>Dokumententitel</a:t>
            </a:r>
            <a:r>
              <a:rPr lang="de-DE" sz="1200"/>
              <a:t>. Diese Information hilft </a:t>
            </a:r>
            <a:r>
              <a:rPr lang="de-DE" sz="1200"/>
              <a:t>Nutzer_innen</a:t>
            </a:r>
            <a:r>
              <a:rPr lang="de-DE" sz="1200"/>
              <a:t> einer Sprachausgabe, Dateien zu finden und </a:t>
            </a:r>
            <a:r>
              <a:rPr lang="de-DE" sz="1200"/>
              <a:t>zuzuordnen. </a:t>
            </a:r>
            <a:r>
              <a:rPr lang="de-DE" sz="1200"/>
              <a:t>Dies erfolgt in der Registerkarte „Datei“ unter Informationen, wo ein aussagekräftiger Titel unter dem Bereich „Eigenschaften“ auf der rechten Seite eingetragen wird</a:t>
            </a:r>
            <a:r>
              <a:rPr lang="de-DE" sz="1200"/>
              <a:t>.</a:t>
            </a:r>
            <a:endParaRPr/>
          </a:p>
          <a:p>
            <a:pPr>
              <a:buClr>
                <a:srgbClr val="005F50"/>
              </a:buClr>
              <a:buFont typeface="Wingdings 2"/>
              <a:buChar char="*"/>
              <a:defRPr/>
            </a:pPr>
            <a:r>
              <a:rPr lang="de-DE" sz="1200"/>
              <a:t>Zuletzt sollte die PowerPoint-Präsentation </a:t>
            </a:r>
            <a:r>
              <a:rPr lang="de-DE" sz="1200" b="1"/>
              <a:t>auf Barrierefreiheit überprüft werden</a:t>
            </a:r>
            <a:r>
              <a:rPr lang="de-DE" sz="1200"/>
              <a:t>: Hier in der Registerkarte „Datei“ &gt; Menüpunkt „Informationen“ &gt; „Auf Probleme überprüfen“ &gt; „Barrierefreiheit überprüfen“ aufrufen. Es werden Fehler (müssen korrigiert werden), Warnungen sowie Hinweise zur Verbesserung der Barrierefreiheit angezeigt. </a:t>
            </a:r>
            <a:endParaRPr lang="de-DE" sz="1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UC Startfolie">
  <a:themeElements>
    <a:clrScheme name="Benutzerdefiniert 1">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4">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extraClrScheme>
      <a:clrScheme name="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xmlns:r="http://schemas.openxmlformats.org/officeDocument/2006/relationships" xmlns:p="http://schemas.openxmlformats.org/presentationml/2006/main" name="TUC Folgefolien ">
  <a:themeElements>
    <a:clrScheme name="Benutzerdefiniert 2">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3.xml><?xml version="1.0" encoding="utf-8"?>
<a:theme xmlns:a="http://schemas.openxmlformats.org/drawingml/2006/main" xmlns:r="http://schemas.openxmlformats.org/officeDocument/2006/relationships" xmlns:p="http://schemas.openxmlformats.org/presentation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Arial"/>
        <a:cs typeface="Arial"/>
      </a:majorFont>
      <a:minorFont>
        <a:latin typeface="Calibri"/>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ONLYOFFICE/9.1.0.167</Application>
  <PresentationFormat>On-screen Show (4:3)</PresentationFormat>
  <Paragraphs>0</Paragraphs>
  <Slides>3</Slides>
  <Notes>3</Notes>
  <HiddenSlides>0</HiddenSlides>
  <MMClips>2</MMClips>
  <ScaleCrop>0</ScaleCrop>
  <HeadingPairs>
    <vt:vector size="4" baseType="variant">
      <vt:variant>
        <vt:lpstr>Theme</vt:lpstr>
      </vt:variant>
      <vt:variant>
        <vt:i4>2</vt:i4>
      </vt:variant>
      <vt:variant>
        <vt:lpstr>Slide Titles</vt:lpstr>
      </vt:variant>
      <vt:variant>
        <vt:i4>3</vt:i4>
      </vt:variant>
    </vt:vector>
  </HeadingPairs>
  <TitlesOfParts>
    <vt:vector size="5" baseType="lpstr">
      <vt:lpstr>Theme 1</vt:lpstr>
      <vt:lpstr>Theme 2</vt:lpstr>
      <vt:lpstr>Slide 1</vt:lpstr>
      <vt:lpstr>Slide 2</vt:lpstr>
      <vt:lpstr>Slide 3</vt:lpstr>
    </vt:vector>
  </TitlesOfParts>
  <Manager/>
  <Company>TU Chemnitz</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Startfolie</dc:title>
  <dc:subject/>
  <dc:creator>Niklas Schindler</dc:creator>
  <cp:keywords/>
  <dc:description/>
  <cp:lastModifiedBy/>
  <cp:revision>2</cp:revision>
  <dcterms:created xsi:type="dcterms:W3CDTF">2022-09-28T06:36:00Z</dcterms:created>
  <dcterms:modified xsi:type="dcterms:W3CDTF">2025-11-22T12:56:31Z</dcterms:modified>
  <cp:category>Corporate Design der TU Chemnitz</cp:category>
</cp:coreProperties>
</file>