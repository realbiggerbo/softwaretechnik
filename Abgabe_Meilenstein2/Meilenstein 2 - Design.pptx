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3.xml" ContentType="application/vnd.openxmlformats-officedocument.them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3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32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howSpecialPlsOnTitleSld="0">
  <p:sldMasterIdLst>
    <p:sldMasterId id="2147483648" r:id="rId1"/>
    <p:sldMasterId id="2147483653" r:id="rId2"/>
  </p:sldMasterIdLst>
  <p:notesMasterIdLst>
    <p:notesMasterId r:id="rId3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2192000" cy="6858000"/>
  <p:notesSz cx="9928225" cy="6797675"/>
  <p:defaultTextStyle>
    <a:defPPr>
      <a:defRPr lang="de-DE"/>
    </a:defPPr>
    <a:lvl1pPr algn="l" rtl="0">
      <a:spcBef>
        <a:spcPts val="0"/>
      </a:spcBef>
      <a:spcAft>
        <a:spcPts val="0"/>
      </a:spcAft>
      <a:defRPr>
        <a:solidFill>
          <a:schemeClr val="tx1"/>
        </a:solidFill>
        <a:latin typeface="Arial"/>
        <a:ea typeface="+mn-ea"/>
        <a:cs typeface="Arial"/>
      </a:defRPr>
    </a:lvl1pPr>
    <a:lvl2pPr marL="457200" algn="l" rtl="0">
      <a:spcBef>
        <a:spcPts val="0"/>
      </a:spcBef>
      <a:spcAft>
        <a:spcPts val="0"/>
      </a:spcAft>
      <a:defRPr>
        <a:solidFill>
          <a:schemeClr val="tx1"/>
        </a:solidFill>
        <a:latin typeface="Arial"/>
        <a:ea typeface="+mn-ea"/>
        <a:cs typeface="Arial"/>
      </a:defRPr>
    </a:lvl2pPr>
    <a:lvl3pPr marL="914400" algn="l" rtl="0">
      <a:spcBef>
        <a:spcPts val="0"/>
      </a:spcBef>
      <a:spcAft>
        <a:spcPts val="0"/>
      </a:spcAft>
      <a:defRPr>
        <a:solidFill>
          <a:schemeClr val="tx1"/>
        </a:solidFill>
        <a:latin typeface="Arial"/>
        <a:ea typeface="+mn-ea"/>
        <a:cs typeface="Arial"/>
      </a:defRPr>
    </a:lvl3pPr>
    <a:lvl4pPr marL="1371600" algn="l" rtl="0">
      <a:spcBef>
        <a:spcPts val="0"/>
      </a:spcBef>
      <a:spcAft>
        <a:spcPts val="0"/>
      </a:spcAft>
      <a:defRPr>
        <a:solidFill>
          <a:schemeClr val="tx1"/>
        </a:solidFill>
        <a:latin typeface="Arial"/>
        <a:ea typeface="+mn-ea"/>
        <a:cs typeface="Arial"/>
      </a:defRPr>
    </a:lvl4pPr>
    <a:lvl5pPr marL="1828800" algn="l" rtl="0">
      <a:spcBef>
        <a:spcPts val="0"/>
      </a:spcBef>
      <a:spcAft>
        <a:spcPts val="0"/>
      </a:spcAft>
      <a:defRPr>
        <a:solidFill>
          <a:schemeClr val="tx1"/>
        </a:solidFill>
        <a:latin typeface="Arial"/>
        <a:ea typeface="+mn-ea"/>
        <a:cs typeface="Arial"/>
      </a:defRPr>
    </a:lvl5pPr>
    <a:lvl6pPr marL="2286000" algn="l" defTabSz="914400" rtl="0">
      <a:defRPr>
        <a:solidFill>
          <a:schemeClr val="tx1"/>
        </a:solidFill>
        <a:latin typeface="Arial"/>
        <a:ea typeface="+mn-ea"/>
        <a:cs typeface="Arial"/>
      </a:defRPr>
    </a:lvl6pPr>
    <a:lvl7pPr marL="2743200" algn="l" defTabSz="914400" rtl="0">
      <a:defRPr>
        <a:solidFill>
          <a:schemeClr val="tx1"/>
        </a:solidFill>
        <a:latin typeface="Arial"/>
        <a:ea typeface="+mn-ea"/>
        <a:cs typeface="Arial"/>
      </a:defRPr>
    </a:lvl7pPr>
    <a:lvl8pPr marL="3200400" algn="l" defTabSz="914400" rtl="0">
      <a:defRPr>
        <a:solidFill>
          <a:schemeClr val="tx1"/>
        </a:solidFill>
        <a:latin typeface="Arial"/>
        <a:ea typeface="+mn-ea"/>
        <a:cs typeface="Arial"/>
      </a:defRPr>
    </a:lvl8pPr>
    <a:lvl9pPr marL="3657600" algn="l" defTabSz="914400" rtl="0">
      <a:defRPr>
        <a:solidFill>
          <a:schemeClr val="tx1"/>
        </a:solidFill>
        <a:latin typeface="Arial"/>
        <a:ea typeface="+mn-ea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20" d="100"/>
          <a:sy n="120" d="100"/>
        </p:scale>
        <p:origin x="120" y="37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theme" Target="theme/theme1.xml"/><Relationship Id="rId4" Type="http://schemas.openxmlformats.org/officeDocument/2006/relationships/theme" Target="theme/theme2.xml"/><Relationship Id="rId5" Type="http://schemas.openxmlformats.org/officeDocument/2006/relationships/theme" Target="theme/them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 /><Relationship Id="rId41" Type="http://schemas.openxmlformats.org/officeDocument/2006/relationships/tableStyles" Target="tableStyles.xml" /><Relationship Id="rId4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0284141" name="Rectangle 2"/>
          <p:cNvSpPr>
            <a:spLocks noChangeArrowheads="1" noGrp="1"/>
          </p:cNvSpPr>
          <p:nvPr>
            <p:ph type="hdr" sz="quarter"/>
          </p:nvPr>
        </p:nvSpPr>
        <p:spPr bwMode="auto">
          <a:xfrm>
            <a:off x="0" y="0"/>
            <a:ext cx="4303314" cy="34021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153" tIns="46077" rIns="92153" bIns="46077" numCol="1" anchor="t" anchorCtr="0" compatLnSpc="1">
            <a:prstTxWarp prst="textNoShape"/>
          </a:bodyPr>
          <a:lstStyle>
            <a:lvl1pPr algn="l">
              <a:defRPr sz="1200">
                <a:latin typeface="Arial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473062075" name="Rectangle 3"/>
          <p:cNvSpPr>
            <a:spLocks noChangeArrowheads="1" noGrp="1"/>
          </p:cNvSpPr>
          <p:nvPr>
            <p:ph type="dt" idx="1"/>
          </p:nvPr>
        </p:nvSpPr>
        <p:spPr bwMode="auto">
          <a:xfrm>
            <a:off x="5622594" y="0"/>
            <a:ext cx="4303314" cy="34021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153" tIns="46077" rIns="92153" bIns="46077" numCol="1" anchor="t" anchorCtr="0" compatLnSpc="1">
            <a:prstTxWarp prst="textNoShape"/>
          </a:bodyPr>
          <a:lstStyle>
            <a:lvl1pPr algn="r">
              <a:defRPr sz="1200">
                <a:latin typeface="Arial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97446858" name="Rectangle 4"/>
          <p:cNvSpPr>
            <a:spLocks noChangeArrowheads="1" noChangeAspect="1" noGrp="1" noRot="1" noTextEdit="1"/>
          </p:cNvSpPr>
          <p:nvPr>
            <p:ph type="sldImg" idx="2"/>
          </p:nvPr>
        </p:nvSpPr>
        <p:spPr bwMode="auto">
          <a:xfrm>
            <a:off x="2698750" y="509588"/>
            <a:ext cx="4530725" cy="2549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117742056" name="Rectangle 5"/>
          <p:cNvSpPr>
            <a:spLocks noChangeArrowheads="1" noGrp="1"/>
          </p:cNvSpPr>
          <p:nvPr>
            <p:ph type="body" sz="quarter" idx="3"/>
          </p:nvPr>
        </p:nvSpPr>
        <p:spPr bwMode="auto">
          <a:xfrm>
            <a:off x="992360" y="3228190"/>
            <a:ext cx="7943508" cy="305971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153" tIns="46077" rIns="92153" bIns="46077" numCol="1" anchor="t" anchorCtr="0" compatLnSpc="1">
            <a:prstTxWarp prst="textNoShape"/>
          </a:bodyPr>
          <a:lstStyle/>
          <a:p>
            <a:pPr lvl="0">
              <a:defRPr/>
            </a:pPr>
            <a:r>
              <a:rPr lang="de-DE"/>
              <a:t>Textmasterformate durch Klicken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927904919" name="Rectangle 6"/>
          <p:cNvSpPr>
            <a:spLocks noChangeArrowheads="1" noGrp="1"/>
          </p:cNvSpPr>
          <p:nvPr>
            <p:ph type="ftr" sz="quarter" idx="4"/>
          </p:nvPr>
        </p:nvSpPr>
        <p:spPr bwMode="auto">
          <a:xfrm>
            <a:off x="0" y="6456379"/>
            <a:ext cx="4303314" cy="34021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153" tIns="46077" rIns="92153" bIns="46077" numCol="1" anchor="b" anchorCtr="0" compatLnSpc="1">
            <a:prstTxWarp prst="textNoShape"/>
          </a:bodyPr>
          <a:lstStyle>
            <a:lvl1pPr algn="l">
              <a:defRPr sz="1200">
                <a:latin typeface="Arial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12189345" name="Rectangle 7"/>
          <p:cNvSpPr>
            <a:spLocks noChangeArrowheads="1" noGrp="1"/>
          </p:cNvSpPr>
          <p:nvPr>
            <p:ph type="sldNum" sz="quarter" idx="5"/>
          </p:nvPr>
        </p:nvSpPr>
        <p:spPr bwMode="auto">
          <a:xfrm>
            <a:off x="5622594" y="6456379"/>
            <a:ext cx="4303314" cy="34021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153" tIns="46077" rIns="92153" bIns="46077" numCol="1" anchor="b" anchorCtr="0" compatLnSpc="1">
            <a:prstTxWarp prst="textNoShape"/>
          </a:bodyPr>
          <a:lstStyle>
            <a:lvl1pPr algn="r">
              <a:defRPr sz="1200"/>
            </a:lvl1pPr>
          </a:lstStyle>
          <a:p>
            <a:pPr>
              <a:defRPr/>
            </a:pPr>
            <a:fld id="{5EB2B633-7BEC-49A7-B3BF-92E0C7E450E6}" type="slidenum">
              <a:rPr lang="de-DE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>
      <a:spcBef>
        <a:spcPts val="0"/>
      </a:spcBef>
      <a:spcAft>
        <a:spcPts val="0"/>
      </a:spcAft>
      <a:defRPr sz="1200">
        <a:solidFill>
          <a:schemeClr val="tx1"/>
        </a:solidFill>
        <a:latin typeface="Arial"/>
        <a:ea typeface="+mn-ea"/>
        <a:cs typeface="+mn-cs"/>
      </a:defRPr>
    </a:lvl1pPr>
    <a:lvl2pPr marL="4572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Arial"/>
        <a:ea typeface="+mn-ea"/>
        <a:cs typeface="+mn-cs"/>
      </a:defRPr>
    </a:lvl2pPr>
    <a:lvl3pPr marL="9144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Arial"/>
        <a:ea typeface="+mn-ea"/>
        <a:cs typeface="+mn-cs"/>
      </a:defRPr>
    </a:lvl3pPr>
    <a:lvl4pPr marL="13716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Arial"/>
        <a:ea typeface="+mn-ea"/>
        <a:cs typeface="+mn-cs"/>
      </a:defRPr>
    </a:lvl4pPr>
    <a:lvl5pPr marL="18288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463984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0157402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66341049" name="Foliennummernplatzhalt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5EB2B633-7BEC-49A7-B3BF-92E0C7E450E6}" type="slidenum">
              <a:rPr lang="de-DE"/>
              <a:t>1</a:t>
            </a:fld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6159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1910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40884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C52BDD-6E07-A921-BE07-B3AA5F72561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27407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59191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85808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4566AF-2467-8643-6028-CB8D2C56AA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04590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69878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5463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AC8061-9E72-9C5A-30CE-45D425BA296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4716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84192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9973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909F55-63CA-D4B3-B056-F57F916715B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3276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16527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31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3BAECC-4784-02B8-EAF1-EC6BA4BC913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0565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1878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04829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7E7979-0E94-38B9-BEE9-966FEC3C9E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69497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9683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758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66D569-23EF-220D-C7DD-40D032336F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944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9061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2498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D47ACF-6C0C-ED66-C3BC-99C529977E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5138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1421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64605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72706B-BE10-888A-D3E5-9D63BBF515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9801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8424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78868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4E0BC-9DC7-8295-D71D-21892C22D3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9968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0682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9405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624C27-0253-1845-42F5-498E0D0FDF3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5363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47855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7816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9E14B6-0629-C3B8-4CF5-D445F31575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9972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75345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81985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D6460B-2C88-82D2-5D31-1042AAD805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79420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12291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6447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10FCB0-3E98-968C-B0B2-0287BDB10B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1101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19813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6343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D21FE3-5EC0-4FBE-39B5-E2E1403D8A8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65251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513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63819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436C33-A793-DC0C-D886-737105F4E25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8673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8585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76398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126102-BFD8-FE67-7468-C70F51C79F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14696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84485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36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1BE003-CFF8-4C74-1638-30EECC7CD65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04528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7406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6034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B0CD32-26B6-82E9-D3B6-42302AAD5F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10882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24620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98528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7BDF91-A26C-DE79-7FC6-06E1D9AE4B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0383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24768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51338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BB2774-81B2-C28B-EB10-691B19DF1C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76269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80430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4074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BCEDEC-53A6-EEB4-2CEB-D0678ED6D4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27681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5440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99843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28ECBE-2D41-AFAD-BE06-8B27AEDB0E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13727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06932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7849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519809-CA9D-1473-773F-D5FCCD3A77B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01521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93285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47576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62D20D-7AE4-37AB-4C14-B64AC56EC8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2404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1427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8601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8A30B6-D98F-71E8-3090-12D87762F21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34075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4657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18488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90FC9F-4CCD-68BD-CA4C-4C2882B93F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67847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22248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92596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1807E7-AAC3-8D50-7B7C-77C4A0A5F1E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3142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23079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546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FDF7B2-D31A-F20C-89ED-80ADFBC034B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13763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56629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56045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68A0C1-A565-2443-A3AF-8BA9516F347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6340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79213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337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1FBFE6-B6EF-4969-0F20-A7B390CB9C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1743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27633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77822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115E83-2554-AFFF-9315-394E5E7602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iegma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4674484" name="Titelplatzhalter 25"/>
          <p:cNvSpPr>
            <a:spLocks noGrp="1"/>
          </p:cNvSpPr>
          <p:nvPr>
            <p:ph type="title"/>
          </p:nvPr>
        </p:nvSpPr>
        <p:spPr bwMode="auto">
          <a:xfrm>
            <a:off x="2387600" y="266700"/>
            <a:ext cx="9504363" cy="8937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Adelsberg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381548" name="Titelplatzhalter 25"/>
          <p:cNvSpPr>
            <a:spLocks noGrp="1"/>
          </p:cNvSpPr>
          <p:nvPr>
            <p:ph type="title"/>
          </p:nvPr>
        </p:nvSpPr>
        <p:spPr bwMode="auto">
          <a:xfrm>
            <a:off x="2387600" y="266700"/>
            <a:ext cx="9504362" cy="8937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822070868" name="Textplatzhalter 7"/>
          <p:cNvSpPr>
            <a:spLocks noGrp="1"/>
          </p:cNvSpPr>
          <p:nvPr>
            <p:ph type="body" sz="quarter" idx="13"/>
          </p:nvPr>
        </p:nvSpPr>
        <p:spPr bwMode="auto">
          <a:xfrm>
            <a:off x="334963" y="1776095"/>
            <a:ext cx="11557000" cy="44894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1610962667" name="Bildplatzhalter 2"/>
          <p:cNvSpPr>
            <a:spLocks noGrp="1"/>
          </p:cNvSpPr>
          <p:nvPr>
            <p:ph type="pic" sz="quarter" idx="10"/>
          </p:nvPr>
        </p:nvSpPr>
        <p:spPr bwMode="auto">
          <a:xfrm>
            <a:off x="0" y="2420938"/>
            <a:ext cx="2711450" cy="2440622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/>
                <a:ea typeface="Roboto"/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DE"/>
          </a:p>
        </p:txBody>
      </p:sp>
      <p:sp>
        <p:nvSpPr>
          <p:cNvPr id="938709761" name="Bildplatzhalter 2"/>
          <p:cNvSpPr>
            <a:spLocks noGrp="1"/>
          </p:cNvSpPr>
          <p:nvPr>
            <p:ph type="pic" sz="quarter" idx="14"/>
          </p:nvPr>
        </p:nvSpPr>
        <p:spPr bwMode="auto">
          <a:xfrm>
            <a:off x="2711450" y="2420938"/>
            <a:ext cx="5225098" cy="2440622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/>
                <a:ea typeface="Roboto"/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DE"/>
          </a:p>
        </p:txBody>
      </p:sp>
      <p:sp>
        <p:nvSpPr>
          <p:cNvPr id="255008579" name="Bildplatzhalter 2"/>
          <p:cNvSpPr>
            <a:spLocks noGrp="1"/>
          </p:cNvSpPr>
          <p:nvPr>
            <p:ph type="pic" sz="quarter" idx="15"/>
          </p:nvPr>
        </p:nvSpPr>
        <p:spPr bwMode="auto">
          <a:xfrm>
            <a:off x="7940040" y="2420938"/>
            <a:ext cx="4251960" cy="2440622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/>
                <a:ea typeface="Roboto"/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DE"/>
          </a:p>
        </p:txBody>
      </p:sp>
      <p:sp>
        <p:nvSpPr>
          <p:cNvPr id="1499827084" name="Bildplatzhalter 4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334963" y="5200967"/>
            <a:ext cx="1404937" cy="9998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2000">
                <a:latin typeface="Roboto"/>
                <a:ea typeface="Roboto"/>
              </a:defRPr>
            </a:lvl1pPr>
          </a:lstStyle>
          <a:p>
            <a:pPr>
              <a:defRPr/>
            </a:pPr>
            <a:r>
              <a:rPr lang="de-DE"/>
              <a:t>Logo</a:t>
            </a:r>
            <a:endParaRPr/>
          </a:p>
        </p:txBody>
      </p:sp>
      <p:sp>
        <p:nvSpPr>
          <p:cNvPr id="430342056" name="Textplatzhalter 7"/>
          <p:cNvSpPr>
            <a:spLocks noGrp="1"/>
          </p:cNvSpPr>
          <p:nvPr>
            <p:ph type="body" sz="quarter" idx="11"/>
          </p:nvPr>
        </p:nvSpPr>
        <p:spPr bwMode="auto">
          <a:xfrm>
            <a:off x="2387601" y="5139267"/>
            <a:ext cx="9504362" cy="106150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000"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Glös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07620" name="Titelplatzhalter 25"/>
          <p:cNvSpPr>
            <a:spLocks noGrp="1"/>
          </p:cNvSpPr>
          <p:nvPr>
            <p:ph type="title"/>
          </p:nvPr>
        </p:nvSpPr>
        <p:spPr bwMode="auto">
          <a:xfrm>
            <a:off x="2387600" y="266700"/>
            <a:ext cx="9504362" cy="8937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1705841108" name="Bildplatzhalter 4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334963" y="1844675"/>
            <a:ext cx="1404937" cy="138112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2000">
                <a:latin typeface="Roboto"/>
                <a:ea typeface="Roboto"/>
              </a:defRPr>
            </a:lvl1pPr>
          </a:lstStyle>
          <a:p>
            <a:pPr>
              <a:defRPr/>
            </a:pPr>
            <a:r>
              <a:rPr lang="de-DE"/>
              <a:t>Logo</a:t>
            </a:r>
            <a:endParaRPr/>
          </a:p>
        </p:txBody>
      </p:sp>
      <p:sp>
        <p:nvSpPr>
          <p:cNvPr id="943507428" name="Textplatzhalter 7"/>
          <p:cNvSpPr>
            <a:spLocks noGrp="1"/>
          </p:cNvSpPr>
          <p:nvPr>
            <p:ph type="body" sz="quarter" idx="13"/>
          </p:nvPr>
        </p:nvSpPr>
        <p:spPr bwMode="auto">
          <a:xfrm>
            <a:off x="2711449" y="1775461"/>
            <a:ext cx="9180513" cy="51816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1792595096" name="Bildplatzhalter 2"/>
          <p:cNvSpPr>
            <a:spLocks noGrp="1"/>
          </p:cNvSpPr>
          <p:nvPr>
            <p:ph type="pic" sz="quarter" idx="10"/>
          </p:nvPr>
        </p:nvSpPr>
        <p:spPr bwMode="auto">
          <a:xfrm>
            <a:off x="2711450" y="2420938"/>
            <a:ext cx="9480550" cy="4096740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/>
                <a:ea typeface="Roboto"/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Kaßberg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921210" name="Titelplatzhalter 25"/>
          <p:cNvSpPr>
            <a:spLocks noGrp="1"/>
          </p:cNvSpPr>
          <p:nvPr>
            <p:ph type="title"/>
          </p:nvPr>
        </p:nvSpPr>
        <p:spPr bwMode="auto">
          <a:xfrm>
            <a:off x="2387600" y="266700"/>
            <a:ext cx="9504363" cy="8937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594048433" name="Bildplatzhalter 2"/>
          <p:cNvSpPr>
            <a:spLocks noGrp="1"/>
          </p:cNvSpPr>
          <p:nvPr>
            <p:ph type="pic" sz="quarter" idx="14"/>
          </p:nvPr>
        </p:nvSpPr>
        <p:spPr bwMode="auto">
          <a:xfrm>
            <a:off x="0" y="1484313"/>
            <a:ext cx="3169920" cy="3186747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/>
                <a:ea typeface="Roboto"/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DE"/>
          </a:p>
        </p:txBody>
      </p:sp>
      <p:sp>
        <p:nvSpPr>
          <p:cNvPr id="572607935" name="Bildplatzhalter 2"/>
          <p:cNvSpPr>
            <a:spLocks noGrp="1"/>
          </p:cNvSpPr>
          <p:nvPr>
            <p:ph type="pic" sz="quarter" idx="10"/>
          </p:nvPr>
        </p:nvSpPr>
        <p:spPr bwMode="auto">
          <a:xfrm>
            <a:off x="3177540" y="1484313"/>
            <a:ext cx="4930140" cy="3186747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/>
                <a:ea typeface="Roboto"/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DE"/>
          </a:p>
        </p:txBody>
      </p:sp>
      <p:sp>
        <p:nvSpPr>
          <p:cNvPr id="188103021" name="Bildplatzhalter 2"/>
          <p:cNvSpPr>
            <a:spLocks noGrp="1"/>
          </p:cNvSpPr>
          <p:nvPr>
            <p:ph type="pic" sz="quarter" idx="15"/>
          </p:nvPr>
        </p:nvSpPr>
        <p:spPr bwMode="auto">
          <a:xfrm>
            <a:off x="8115300" y="1484313"/>
            <a:ext cx="4076699" cy="3186747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/>
                <a:ea typeface="Roboto"/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DE"/>
          </a:p>
        </p:txBody>
      </p:sp>
      <p:sp>
        <p:nvSpPr>
          <p:cNvPr id="1528809900" name="Textplatzhalter 7"/>
          <p:cNvSpPr>
            <a:spLocks noGrp="1"/>
          </p:cNvSpPr>
          <p:nvPr>
            <p:ph type="body" sz="quarter" idx="13"/>
          </p:nvPr>
        </p:nvSpPr>
        <p:spPr bwMode="auto">
          <a:xfrm>
            <a:off x="334963" y="4938395"/>
            <a:ext cx="11557000" cy="12623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Reichenhai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9464926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76896"/>
            <a:ext cx="10656888" cy="468314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90000" lnSpcReduction="2000"/>
          </a:bodyPr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/>
          </a:p>
        </p:txBody>
      </p:sp>
      <p:sp>
        <p:nvSpPr>
          <p:cNvPr id="1030945026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8" y="908050"/>
            <a:ext cx="11807825" cy="9283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365305680" name="Textplatzhalter 7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192088" y="1996440"/>
            <a:ext cx="11807825" cy="434879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Roboto"/>
                <a:ea typeface="Roboto"/>
              </a:defRPr>
            </a:lvl1pPr>
            <a:lvl2pPr>
              <a:defRPr sz="20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Eub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3440395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105936"/>
            <a:ext cx="10656888" cy="468314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90000" lnSpcReduction="2000"/>
          </a:bodyPr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/>
          </a:p>
        </p:txBody>
      </p:sp>
      <p:sp>
        <p:nvSpPr>
          <p:cNvPr id="96818196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8" y="908050"/>
            <a:ext cx="11807825" cy="9283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492345400" name="Bildplatzhalter 2"/>
          <p:cNvSpPr>
            <a:spLocks noGrp="1"/>
          </p:cNvSpPr>
          <p:nvPr>
            <p:ph type="pic" sz="quarter" idx="10"/>
          </p:nvPr>
        </p:nvSpPr>
        <p:spPr bwMode="auto">
          <a:xfrm>
            <a:off x="192089" y="2060575"/>
            <a:ext cx="5795962" cy="4284663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/>
                <a:ea typeface="Roboto"/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2121636567" name="Textplatzhalter 7"/>
          <p:cNvSpPr>
            <a:spLocks noGrp="1"/>
          </p:cNvSpPr>
          <p:nvPr>
            <p:ph type="body" sz="quarter" idx="11"/>
          </p:nvPr>
        </p:nvSpPr>
        <p:spPr bwMode="auto">
          <a:xfrm>
            <a:off x="6203950" y="2060574"/>
            <a:ext cx="5795963" cy="42846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Einsied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880893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100128"/>
            <a:ext cx="10656888" cy="468314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90000" lnSpcReduction="2000"/>
          </a:bodyPr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 sz="2800"/>
          </a:p>
          <a:p>
            <a:pPr>
              <a:defRPr/>
            </a:pPr>
            <a:endParaRPr/>
          </a:p>
        </p:txBody>
      </p:sp>
      <p:sp>
        <p:nvSpPr>
          <p:cNvPr id="1009257038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8" y="908050"/>
            <a:ext cx="11807825" cy="9283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1184719991" name="Bildplatzhalter 2"/>
          <p:cNvSpPr>
            <a:spLocks noGrp="1"/>
          </p:cNvSpPr>
          <p:nvPr>
            <p:ph type="pic" sz="quarter" idx="10"/>
          </p:nvPr>
        </p:nvSpPr>
        <p:spPr bwMode="auto">
          <a:xfrm>
            <a:off x="192089" y="2060575"/>
            <a:ext cx="5795962" cy="2366645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/>
                <a:ea typeface="Roboto"/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1422141955" name="Textplatzhalter 7"/>
          <p:cNvSpPr>
            <a:spLocks noGrp="1"/>
          </p:cNvSpPr>
          <p:nvPr>
            <p:ph type="body" sz="quarter" idx="11"/>
          </p:nvPr>
        </p:nvSpPr>
        <p:spPr bwMode="auto">
          <a:xfrm>
            <a:off x="192088" y="4618672"/>
            <a:ext cx="5795962" cy="17265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latin typeface="Roboto"/>
                <a:ea typeface="Roboto"/>
              </a:defRPr>
            </a:lvl1pPr>
            <a:lvl2pPr>
              <a:defRPr sz="20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</p:txBody>
      </p:sp>
      <p:sp>
        <p:nvSpPr>
          <p:cNvPr id="599824978" name="Bildplatzhalter 2"/>
          <p:cNvSpPr>
            <a:spLocks noGrp="1"/>
          </p:cNvSpPr>
          <p:nvPr>
            <p:ph type="pic" sz="quarter" idx="15"/>
          </p:nvPr>
        </p:nvSpPr>
        <p:spPr bwMode="auto">
          <a:xfrm>
            <a:off x="6203951" y="2060575"/>
            <a:ext cx="5795962" cy="2366645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/>
                <a:ea typeface="Roboto"/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1298543769" name="Textplatzhalter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6203950" y="4618672"/>
            <a:ext cx="5795962" cy="17265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Roboto"/>
                <a:ea typeface="Roboto"/>
              </a:defRPr>
            </a:lvl1pPr>
            <a:lvl2pPr>
              <a:defRPr sz="20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Rabenstei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2938980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88512"/>
            <a:ext cx="10656888" cy="468314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90000" lnSpcReduction="2000"/>
          </a:bodyPr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 sz="2800"/>
          </a:p>
          <a:p>
            <a:pPr>
              <a:defRPr/>
            </a:pPr>
            <a:endParaRPr/>
          </a:p>
        </p:txBody>
      </p:sp>
      <p:sp>
        <p:nvSpPr>
          <p:cNvPr id="348868370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8" y="908050"/>
            <a:ext cx="11807825" cy="9283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745350974" name="Bildplatzhalter 2"/>
          <p:cNvSpPr>
            <a:spLocks noGrp="1"/>
          </p:cNvSpPr>
          <p:nvPr>
            <p:ph type="pic" sz="quarter" idx="10"/>
          </p:nvPr>
        </p:nvSpPr>
        <p:spPr bwMode="auto">
          <a:xfrm>
            <a:off x="192089" y="2060575"/>
            <a:ext cx="3708399" cy="4284663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/>
                <a:ea typeface="Roboto"/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707434107" name="Textplatzhalter 7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116387" y="2060574"/>
            <a:ext cx="7883525" cy="42846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Roboto"/>
                <a:ea typeface="Roboto"/>
              </a:defRPr>
            </a:lvl1pPr>
            <a:lvl2pPr>
              <a:defRPr sz="20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Erfenschlag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6942867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152400"/>
            <a:ext cx="10656888" cy="4683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1983945252" name="Bildplatzhalter 4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192088" y="908050"/>
            <a:ext cx="790576" cy="92837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2000">
                <a:latin typeface="Roboto"/>
                <a:ea typeface="Roboto"/>
              </a:defRPr>
            </a:lvl1pPr>
          </a:lstStyle>
          <a:p>
            <a:pPr>
              <a:defRPr/>
            </a:pPr>
            <a:r>
              <a:rPr lang="de-DE"/>
              <a:t>Logo</a:t>
            </a:r>
            <a:endParaRPr/>
          </a:p>
        </p:txBody>
      </p:sp>
      <p:sp>
        <p:nvSpPr>
          <p:cNvPr id="170414608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558925" y="908050"/>
            <a:ext cx="10440988" cy="9283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2000206108" name="Textplatzhalter 7"/>
          <p:cNvSpPr>
            <a:spLocks noGrp="1"/>
          </p:cNvSpPr>
          <p:nvPr>
            <p:ph type="body" sz="quarter" idx="11"/>
          </p:nvPr>
        </p:nvSpPr>
        <p:spPr bwMode="auto">
          <a:xfrm>
            <a:off x="1558925" y="1996440"/>
            <a:ext cx="10440988" cy="434879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Gablenz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4847683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152400"/>
            <a:ext cx="10656888" cy="4683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1874507194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8" y="908050"/>
            <a:ext cx="11807825" cy="4683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1441901598" name="Bildplatzhalter 2"/>
          <p:cNvSpPr>
            <a:spLocks noGrp="1"/>
          </p:cNvSpPr>
          <p:nvPr>
            <p:ph type="pic" sz="quarter" idx="10"/>
          </p:nvPr>
        </p:nvSpPr>
        <p:spPr bwMode="auto">
          <a:xfrm>
            <a:off x="192088" y="1376363"/>
            <a:ext cx="3779837" cy="1907857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/>
                <a:ea typeface="Roboto"/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865100059" name="Textplatzhalter 7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192088" y="3497580"/>
            <a:ext cx="3779837" cy="284765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Roboto"/>
                <a:ea typeface="Roboto"/>
              </a:defRPr>
            </a:lvl1pPr>
            <a:lvl2pPr>
              <a:defRPr sz="20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515763011" name="Bildplatzhalter 2"/>
          <p:cNvSpPr>
            <a:spLocks noGrp="1"/>
          </p:cNvSpPr>
          <p:nvPr>
            <p:ph type="pic" sz="quarter" idx="18"/>
          </p:nvPr>
        </p:nvSpPr>
        <p:spPr bwMode="auto">
          <a:xfrm>
            <a:off x="4151784" y="1376363"/>
            <a:ext cx="3852391" cy="1907857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/>
                <a:ea typeface="Roboto"/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1407421232" name="Textplatzhalter 7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4151313" y="3497580"/>
            <a:ext cx="3852862" cy="284765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Roboto"/>
                <a:ea typeface="Roboto"/>
              </a:defRPr>
            </a:lvl1pPr>
            <a:lvl2pPr>
              <a:defRPr sz="20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2045598100" name="Bildplatzhalter 2"/>
          <p:cNvSpPr>
            <a:spLocks noGrp="1"/>
          </p:cNvSpPr>
          <p:nvPr>
            <p:ph type="pic" sz="quarter" idx="19"/>
          </p:nvPr>
        </p:nvSpPr>
        <p:spPr bwMode="auto">
          <a:xfrm>
            <a:off x="8184232" y="1376363"/>
            <a:ext cx="3815681" cy="1907857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/>
                <a:ea typeface="Roboto"/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894236936" name="Textplatzhalter 7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183563" y="3497580"/>
            <a:ext cx="3816350" cy="284765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Roboto"/>
                <a:ea typeface="Roboto"/>
              </a:defRPr>
            </a:lvl1pPr>
            <a:lvl2pPr>
              <a:defRPr sz="20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theme" Target="../theme/theme2.xml"/><Relationship Id="rId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2670821" name="Rechteck 8"/>
          <p:cNvSpPr/>
          <p:nvPr userDrawn="1"/>
        </p:nvSpPr>
        <p:spPr bwMode="auto">
          <a:xfrm>
            <a:off x="0" y="0"/>
            <a:ext cx="12192000" cy="151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460254119" name="Gerader Verbinder 13"/>
          <p:cNvCxnSpPr/>
          <p:nvPr userDrawn="1"/>
        </p:nvCxnSpPr>
        <p:spPr bwMode="auto">
          <a:xfrm>
            <a:off x="2061369" y="333375"/>
            <a:ext cx="0" cy="82708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3067983" name="Gerader Verbinder 9"/>
          <p:cNvCxnSpPr/>
          <p:nvPr userDrawn="1"/>
        </p:nvCxnSpPr>
        <p:spPr bwMode="auto">
          <a:xfrm>
            <a:off x="0" y="6525344"/>
            <a:ext cx="12192000" cy="1"/>
          </a:xfrm>
          <a:prstGeom prst="line">
            <a:avLst/>
          </a:prstGeom>
          <a:ln w="12700">
            <a:solidFill>
              <a:schemeClr val="tx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4600240" name="Rectangle 4"/>
          <p:cNvSpPr txBox="1">
            <a:spLocks noChangeArrowheads="1"/>
          </p:cNvSpPr>
          <p:nvPr userDrawn="1"/>
        </p:nvSpPr>
        <p:spPr bwMode="auto">
          <a:xfrm flipH="0" flipV="0">
            <a:off x="192088" y="6525344"/>
            <a:ext cx="7568622" cy="33424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/>
          </a:bodyPr>
          <a:lstStyle>
            <a:defPPr>
              <a:defRPr lang="de-DE"/>
            </a:defPPr>
            <a:lvl1pPr algn="l" rtl="0"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  <a:latin typeface="InfoDispRegular-Roman"/>
                <a:ea typeface="+mn-ea"/>
                <a:cs typeface="Arial"/>
              </a:defRPr>
            </a:lvl1pPr>
            <a:lvl2pPr marL="4572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9144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3716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18288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286000" algn="l" defTabSz="914400" rtl="0"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6pPr>
            <a:lvl7pPr marL="2743200" algn="l" defTabSz="914400" rtl="0"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7pPr>
            <a:lvl8pPr marL="3200400" algn="l" defTabSz="914400" rtl="0"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8pPr>
            <a:lvl9pPr marL="3657600" algn="l" defTabSz="914400" rtl="0"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9pPr>
          </a:lstStyle>
          <a:p>
            <a:pPr>
              <a:defRPr/>
            </a:pPr>
            <a:r>
              <a:rPr lang="de-DE" sz="1400">
                <a:latin typeface="Roboto"/>
                <a:ea typeface="Roboto"/>
              </a:rPr>
              <a:t>Chemnitz</a:t>
            </a:r>
            <a:r>
              <a:rPr lang="de-DE" sz="1400">
                <a:solidFill>
                  <a:schemeClr val="tx1"/>
                </a:solidFill>
                <a:latin typeface="Roboto"/>
                <a:ea typeface="Roboto"/>
                <a:cs typeface="Arial"/>
              </a:rPr>
              <a:t> ∙ 26</a:t>
            </a:r>
            <a:r>
              <a:rPr lang="de-DE" sz="1400">
                <a:latin typeface="Roboto"/>
                <a:ea typeface="Roboto"/>
              </a:rPr>
              <a:t>. </a:t>
            </a:r>
            <a:r>
              <a:rPr lang="de-DE" sz="1400" b="0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November</a:t>
            </a:r>
            <a:r>
              <a:rPr lang="de-DE" sz="1400">
                <a:latin typeface="Roboto"/>
                <a:ea typeface="Roboto"/>
              </a:rPr>
              <a:t> </a:t>
            </a:r>
            <a:r>
              <a:rPr lang="de-DE" sz="1400">
                <a:latin typeface="Roboto"/>
                <a:ea typeface="Roboto"/>
              </a:rPr>
              <a:t>2025</a:t>
            </a:r>
            <a:r>
              <a:rPr lang="de-DE" sz="1400">
                <a:solidFill>
                  <a:schemeClr val="tx1"/>
                </a:solidFill>
                <a:latin typeface="Roboto"/>
                <a:ea typeface="Roboto"/>
                <a:cs typeface="Arial"/>
              </a:rPr>
              <a:t> ∙ </a:t>
            </a:r>
            <a:r>
              <a:rPr lang="de-DE" sz="1400" b="0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Sepp Stage, Josias Krahl, Julian Fedas, Vanessa Vorpagel</a:t>
            </a:r>
            <a:endParaRPr/>
          </a:p>
        </p:txBody>
      </p:sp>
      <p:sp>
        <p:nvSpPr>
          <p:cNvPr id="2004244902" name="Rectangle 5"/>
          <p:cNvSpPr txBox="1">
            <a:spLocks noChangeArrowheads="1"/>
          </p:cNvSpPr>
          <p:nvPr userDrawn="1"/>
        </p:nvSpPr>
        <p:spPr bwMode="auto">
          <a:xfrm>
            <a:off x="8252460" y="6525345"/>
            <a:ext cx="3747453" cy="33424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/>
          </a:bodyPr>
          <a:lstStyle>
            <a:defPPr>
              <a:defRPr lang="de-DE"/>
            </a:defPPr>
            <a:lvl1pPr algn="l" rtl="0"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  <a:latin typeface="InfoDispRegular-Roman"/>
                <a:ea typeface="+mn-ea"/>
                <a:cs typeface="Arial"/>
              </a:defRPr>
            </a:lvl1pPr>
            <a:lvl2pPr marL="4572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9144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3716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18288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286000" algn="l" defTabSz="914400" rtl="0"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6pPr>
            <a:lvl7pPr marL="2743200" algn="l" defTabSz="914400" rtl="0"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7pPr>
            <a:lvl8pPr marL="3200400" algn="l" defTabSz="914400" rtl="0"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8pPr>
            <a:lvl9pPr marL="3657600" algn="l" defTabSz="914400" rtl="0"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9pPr>
          </a:lstStyle>
          <a:p>
            <a:pPr algn="r">
              <a:defRPr/>
            </a:pPr>
            <a:r>
              <a:rPr lang="de-DE" sz="1400">
                <a:latin typeface="Roboto"/>
                <a:ea typeface="Roboto"/>
              </a:rPr>
              <a:t>www.tu-chemnitz.de</a:t>
            </a:r>
            <a:endParaRPr/>
          </a:p>
        </p:txBody>
      </p:sp>
      <p:pic>
        <p:nvPicPr>
          <p:cNvPr id="167345658" name="Grafik 2" title="Logo der TU Chemnitz mit Bezug zur Kulturhauptstadt 2025"/>
          <p:cNvPicPr>
            <a:picLocks noChangeAspect="1"/>
          </p:cNvPicPr>
          <p:nvPr userDrawn="1"/>
        </p:nvPicPr>
        <p:blipFill rotWithShape="1">
          <a:blip r:embed="rId6"/>
          <a:stretch/>
        </p:blipFill>
        <p:spPr bwMode="auto">
          <a:xfrm>
            <a:off x="334963" y="333375"/>
            <a:ext cx="1388034" cy="8270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dt="1" ftr="1" hdr="0" sldNum="1"/>
  <p:txStyles>
    <p:titleStyle>
      <a:lvl1pPr algn="l" rtl="0">
        <a:spcBef>
          <a:spcPts val="0"/>
        </a:spcBef>
        <a:spcAft>
          <a:spcPts val="0"/>
        </a:spcAft>
        <a:defRPr sz="2800" b="0">
          <a:solidFill>
            <a:schemeClr val="bg1"/>
          </a:solidFill>
          <a:latin typeface="Roboto"/>
          <a:ea typeface="Roboto"/>
          <a:cs typeface="+mj-cs"/>
        </a:defRPr>
      </a:lvl1pPr>
      <a:lvl2pPr algn="ctr" rtl="0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/>
          <a:cs typeface="Arial"/>
        </a:defRPr>
      </a:lvl2pPr>
      <a:lvl3pPr algn="ctr" rtl="0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/>
          <a:cs typeface="Arial"/>
        </a:defRPr>
      </a:lvl3pPr>
      <a:lvl4pPr algn="ctr" rtl="0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/>
          <a:cs typeface="Arial"/>
        </a:defRPr>
      </a:lvl4pPr>
      <a:lvl5pPr algn="ctr" rtl="0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/>
          <a:cs typeface="Arial"/>
        </a:defRPr>
      </a:lvl5pPr>
      <a:lvl6pPr marL="457200" algn="ctr" rtl="0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/>
          <a:cs typeface="Arial"/>
        </a:defRPr>
      </a:lvl6pPr>
      <a:lvl7pPr marL="914400" algn="ctr" rtl="0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/>
          <a:cs typeface="Arial"/>
        </a:defRPr>
      </a:lvl7pPr>
      <a:lvl8pPr marL="1371600" algn="ctr" rtl="0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/>
          <a:cs typeface="Arial"/>
        </a:defRPr>
      </a:lvl8pPr>
      <a:lvl9pPr marL="1828800" algn="ctr" rtl="0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/>
          <a:cs typeface="Arial"/>
        </a:defRPr>
      </a:lvl9pPr>
    </p:titleStyle>
    <p:bodyStyle>
      <a:lvl1pPr marL="342900" indent="-342900" algn="l" rtl="0">
        <a:spcBef>
          <a:spcPts val="0"/>
        </a:spcBef>
        <a:spcAft>
          <a:spcPts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>
        <a:spcBef>
          <a:spcPts val="0"/>
        </a:spcBef>
        <a:spcAft>
          <a:spcPts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>
        <a:spcBef>
          <a:spcPts val="0"/>
        </a:spcBef>
        <a:spcAft>
          <a:spcPts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>
        <a:spcBef>
          <a:spcPts val="0"/>
        </a:spcBef>
        <a:spcAft>
          <a:spcPts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>
        <a:spcBef>
          <a:spcPts val="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>
        <a:spcBef>
          <a:spcPts val="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>
        <a:spcBef>
          <a:spcPts val="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>
        <a:spcBef>
          <a:spcPts val="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>
        <a:spcBef>
          <a:spcPts val="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351719" name="Rechteck 8"/>
          <p:cNvSpPr/>
          <p:nvPr userDrawn="1"/>
        </p:nvSpPr>
        <p:spPr bwMode="auto">
          <a:xfrm>
            <a:off x="0" y="274"/>
            <a:ext cx="12192000" cy="764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743409473" name="Gerader Verbinder 10"/>
          <p:cNvCxnSpPr/>
          <p:nvPr userDrawn="1"/>
        </p:nvCxnSpPr>
        <p:spPr bwMode="auto">
          <a:xfrm>
            <a:off x="1166867" y="152713"/>
            <a:ext cx="0" cy="46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398598" name="Gerader Verbinder 32"/>
          <p:cNvCxnSpPr/>
          <p:nvPr userDrawn="1"/>
        </p:nvCxnSpPr>
        <p:spPr bwMode="auto">
          <a:xfrm>
            <a:off x="0" y="6525344"/>
            <a:ext cx="12192000" cy="0"/>
          </a:xfrm>
          <a:prstGeom prst="line">
            <a:avLst/>
          </a:prstGeom>
          <a:ln w="12700">
            <a:solidFill>
              <a:schemeClr val="tx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061151" name="Rectangle 5"/>
          <p:cNvSpPr txBox="1">
            <a:spLocks noChangeArrowheads="1"/>
          </p:cNvSpPr>
          <p:nvPr userDrawn="1"/>
        </p:nvSpPr>
        <p:spPr bwMode="auto">
          <a:xfrm>
            <a:off x="8252460" y="6525345"/>
            <a:ext cx="3747453" cy="33424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/>
          </a:bodyPr>
          <a:lstStyle>
            <a:defPPr>
              <a:defRPr lang="de-DE"/>
            </a:defPPr>
            <a:lvl1pPr algn="l" rtl="0"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  <a:latin typeface="InfoDispRegular-Roman"/>
                <a:ea typeface="+mn-ea"/>
                <a:cs typeface="Arial"/>
              </a:defRPr>
            </a:lvl1pPr>
            <a:lvl2pPr marL="4572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9144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3716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18288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286000" algn="l" defTabSz="914400" rtl="0"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6pPr>
            <a:lvl7pPr marL="2743200" algn="l" defTabSz="914400" rtl="0"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7pPr>
            <a:lvl8pPr marL="3200400" algn="l" defTabSz="914400" rtl="0"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8pPr>
            <a:lvl9pPr marL="3657600" algn="l" defTabSz="914400" rtl="0"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9pPr>
          </a:lstStyle>
          <a:p>
            <a:pPr algn="r">
              <a:defRPr/>
            </a:pPr>
            <a:r>
              <a:rPr lang="de-DE" sz="1400">
                <a:latin typeface="Roboto"/>
                <a:ea typeface="Roboto"/>
              </a:rPr>
              <a:t>www.tu-chemnitz.de</a:t>
            </a:r>
            <a:endParaRPr/>
          </a:p>
        </p:txBody>
      </p:sp>
      <p:sp>
        <p:nvSpPr>
          <p:cNvPr id="169255674" name="Fußzeilenplatzhalter 4"/>
          <p:cNvSpPr txBox="1"/>
          <p:nvPr userDrawn="1"/>
        </p:nvSpPr>
        <p:spPr bwMode="auto">
          <a:xfrm flipH="0" flipV="0">
            <a:off x="7568463" y="6526932"/>
            <a:ext cx="2680436" cy="332655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algn="l" rtl="0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Roboto Condensed"/>
                <a:ea typeface="Roboto Condensed"/>
                <a:cs typeface="Arial"/>
              </a:defRPr>
            </a:lvl1pPr>
            <a:lvl2pPr marL="4572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9144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3716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18288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286000" algn="l" defTabSz="914400" rtl="0"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6pPr>
            <a:lvl7pPr marL="2743200" algn="l" defTabSz="914400" rtl="0"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7pPr>
            <a:lvl8pPr marL="3200400" algn="l" defTabSz="914400" rtl="0"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8pPr>
            <a:lvl9pPr marL="3657600" algn="l" defTabSz="914400" rtl="0"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9pPr>
          </a:lstStyle>
          <a:p>
            <a:pPr algn="ctr">
              <a:defRPr/>
            </a:pPr>
            <a:fld id="{72C5D026-0A5E-414E-BDD7-AEAAC7E56A8F}" type="slidenum">
              <a:rPr lang="de-DE" sz="1400">
                <a:latin typeface="Roboto"/>
                <a:ea typeface="Roboto"/>
              </a:rPr>
              <a:t>‹Nr.›</a:t>
            </a:fld>
            <a:endParaRPr lang="de-DE" sz="1400">
              <a:latin typeface="Roboto"/>
              <a:ea typeface="Roboto"/>
            </a:endParaRPr>
          </a:p>
        </p:txBody>
      </p:sp>
      <p:sp>
        <p:nvSpPr>
          <p:cNvPr id="296437250" name="Rectangle 4"/>
          <p:cNvSpPr txBox="1">
            <a:spLocks noChangeArrowheads="1"/>
          </p:cNvSpPr>
          <p:nvPr userDrawn="1"/>
        </p:nvSpPr>
        <p:spPr bwMode="auto">
          <a:xfrm flipH="0" flipV="0">
            <a:off x="192088" y="6525344"/>
            <a:ext cx="7376374" cy="33424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/>
          </a:bodyPr>
          <a:lstStyle>
            <a:defPPr>
              <a:defRPr lang="de-DE"/>
            </a:defPPr>
            <a:lvl1pPr algn="l" rtl="0"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  <a:latin typeface="InfoDispRegular-Roman"/>
                <a:ea typeface="+mn-ea"/>
                <a:cs typeface="Arial"/>
              </a:defRPr>
            </a:lvl1pPr>
            <a:lvl2pPr marL="4572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9144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3716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18288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286000" algn="l" defTabSz="914400" rtl="0"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6pPr>
            <a:lvl7pPr marL="2743200" algn="l" defTabSz="914400" rtl="0"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7pPr>
            <a:lvl8pPr marL="3200400" algn="l" defTabSz="914400" rtl="0"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8pPr>
            <a:lvl9pPr marL="3657600" algn="l" defTabSz="914400" rtl="0">
              <a:defRPr>
                <a:solidFill>
                  <a:schemeClr val="tx1"/>
                </a:solidFill>
                <a:latin typeface="Arial"/>
                <a:ea typeface="+mn-ea"/>
                <a:cs typeface="Arial"/>
              </a:defRPr>
            </a:lvl9pPr>
          </a:lstStyle>
          <a:p>
            <a:pPr>
              <a:defRPr/>
            </a:pPr>
            <a:r>
              <a:rPr lang="de-DE" sz="1400" b="0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Chemnitz ∙ 26. November 2025 ∙ Sepp Stage, Josias Krahl, Julian Fedas, Vanessa Vorpagel</a:t>
            </a:r>
            <a:endParaRPr/>
          </a:p>
        </p:txBody>
      </p:sp>
      <p:pic>
        <p:nvPicPr>
          <p:cNvPr id="1893725832" name="Grafik 9" title="Logo der TU Chemnitz mit Bezug zur Kulturhauptstadt 2025"/>
          <p:cNvPicPr>
            <a:picLocks noChangeAspect="1"/>
          </p:cNvPicPr>
          <p:nvPr userDrawn="1"/>
        </p:nvPicPr>
        <p:blipFill rotWithShape="1">
          <a:blip r:embed="rId8"/>
          <a:stretch/>
        </p:blipFill>
        <p:spPr bwMode="auto">
          <a:xfrm>
            <a:off x="192089" y="152400"/>
            <a:ext cx="785406" cy="46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1600" b="1">
          <a:solidFill>
            <a:schemeClr val="bg1"/>
          </a:solidFill>
          <a:latin typeface="Roboto"/>
          <a:ea typeface="Roboto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400">
          <a:solidFill>
            <a:schemeClr val="tx1"/>
          </a:solidFill>
          <a:latin typeface="Roboto"/>
          <a:ea typeface="Roboto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Roboto"/>
          <a:ea typeface="Roboto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Roboto"/>
          <a:ea typeface="Roboto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Relationship Id="rId5" Type="http://schemas.openxmlformats.org/officeDocument/2006/relationships/image" Target="../media/image12.jp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502962" name="Titel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/>
          </a:p>
        </p:txBody>
      </p:sp>
      <p:pic>
        <p:nvPicPr>
          <p:cNvPr id="180483215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499376" y="1693333"/>
            <a:ext cx="9193247" cy="4487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1926533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76896"/>
            <a:ext cx="10656887" cy="46831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 sz="2800"/>
          </a:p>
          <a:p>
            <a:pPr>
              <a:defRPr/>
            </a:pPr>
            <a:endParaRPr/>
          </a:p>
        </p:txBody>
      </p:sp>
      <p:sp>
        <p:nvSpPr>
          <p:cNvPr id="1689955236" name="Textplatzhalter 2"/>
          <p:cNvSpPr>
            <a:spLocks noGrp="1"/>
          </p:cNvSpPr>
          <p:nvPr>
            <p:ph type="body" sz="quarter" idx="13"/>
          </p:nvPr>
        </p:nvSpPr>
        <p:spPr bwMode="auto">
          <a:xfrm>
            <a:off x="192087" y="908049"/>
            <a:ext cx="11807824" cy="4078017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de-DE" sz="36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Teil 1 : Vorstellung der Ergebnisse</a:t>
            </a:r>
            <a:endParaRPr lang="de-DE" sz="3600" b="1" i="0" u="none" strike="noStrike" cap="none" spc="0">
              <a:solidFill>
                <a:schemeClr val="tx1"/>
              </a:solidFill>
              <a:latin typeface="Roboto"/>
              <a:cs typeface="Roboto"/>
            </a:endParaRPr>
          </a:p>
          <a:p>
            <a:pPr algn="ctr">
              <a:defRPr/>
            </a:pPr>
            <a:endParaRPr lang="de-DE" sz="3600" b="1" i="0" u="none" strike="noStrike" cap="none" spc="0">
              <a:solidFill>
                <a:schemeClr val="tx1"/>
              </a:solidFill>
              <a:latin typeface="Roboto"/>
              <a:cs typeface="Roboto"/>
            </a:endParaRPr>
          </a:p>
          <a:p>
            <a:pPr algn="ctr">
              <a:defRPr/>
            </a:pPr>
            <a:r>
              <a:rPr lang="de-DE" sz="36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Unser UML Klassendiagramm</a:t>
            </a:r>
            <a:endParaRPr/>
          </a:p>
        </p:txBody>
      </p:sp>
      <p:pic>
        <p:nvPicPr>
          <p:cNvPr id="140333642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707515" y="3429000"/>
            <a:ext cx="4667249" cy="2257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8443923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76896"/>
            <a:ext cx="10656887" cy="46831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 sz="2800"/>
          </a:p>
        </p:txBody>
      </p:sp>
      <p:sp>
        <p:nvSpPr>
          <p:cNvPr id="705835118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7" y="908049"/>
            <a:ext cx="11807824" cy="928369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>
              <a:defRPr/>
            </a:pPr>
            <a:r>
              <a:rPr/>
              <a:t>UML-Klassendiagramm</a:t>
            </a:r>
            <a:endParaRPr/>
          </a:p>
        </p:txBody>
      </p:sp>
      <p:pic>
        <p:nvPicPr>
          <p:cNvPr id="112308135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343025" y="1372234"/>
            <a:ext cx="9032062" cy="4862601"/>
          </a:xfrm>
          <a:prstGeom prst="rect">
            <a:avLst/>
          </a:prstGeom>
          <a:ln w="3809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363368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76896"/>
            <a:ext cx="10656887" cy="46831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 sz="2800"/>
          </a:p>
        </p:txBody>
      </p:sp>
      <p:sp>
        <p:nvSpPr>
          <p:cNvPr id="2051138881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7" y="908049"/>
            <a:ext cx="11807824" cy="928369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>
              <a:defRPr/>
            </a:pP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UML-Klassendiagramm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(Frontend)</a:t>
            </a:r>
            <a:endParaRPr sz="2400"/>
          </a:p>
          <a:p>
            <a:pPr>
              <a:defRPr/>
            </a:pPr>
            <a:endParaRPr/>
          </a:p>
        </p:txBody>
      </p:sp>
      <p:pic>
        <p:nvPicPr>
          <p:cNvPr id="1299833483" name=""/>
          <p:cNvPicPr>
            <a:picLocks noChangeAspect="1"/>
          </p:cNvPicPr>
          <p:nvPr/>
        </p:nvPicPr>
        <p:blipFill rotWithShape="1">
          <a:blip r:embed="rId3"/>
          <a:srcRect l="48150" t="0" r="0" b="0"/>
          <a:stretch/>
        </p:blipFill>
        <p:spPr bwMode="auto">
          <a:xfrm flipH="0" flipV="0">
            <a:off x="3817956" y="1372234"/>
            <a:ext cx="4683087" cy="4862601"/>
          </a:xfrm>
          <a:prstGeom prst="rect">
            <a:avLst/>
          </a:prstGeom>
          <a:ln w="3809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Char"/>
      </p:transition>
    </mc:Choice>
    <mc:Fallback>
      <p:transition spd="slow" advClick="1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9888674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76896"/>
            <a:ext cx="10656887" cy="46831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 sz="2800"/>
          </a:p>
        </p:txBody>
      </p:sp>
      <p:sp>
        <p:nvSpPr>
          <p:cNvPr id="1404693476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7" y="908049"/>
            <a:ext cx="11807824" cy="928369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>
              <a:defRPr/>
            </a:pP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UML-Klassendiagramm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(Frontend)</a:t>
            </a:r>
            <a:endParaRPr sz="2400"/>
          </a:p>
          <a:p>
            <a:pPr>
              <a:defRPr/>
            </a:pPr>
            <a:endParaRPr/>
          </a:p>
        </p:txBody>
      </p:sp>
      <p:pic>
        <p:nvPicPr>
          <p:cNvPr id="934704561" name=""/>
          <p:cNvPicPr>
            <a:picLocks noChangeAspect="1"/>
          </p:cNvPicPr>
          <p:nvPr/>
        </p:nvPicPr>
        <p:blipFill rotWithShape="1">
          <a:blip r:embed="rId3"/>
          <a:srcRect l="48067" t="48159" r="14650" b="22461"/>
          <a:stretch/>
        </p:blipFill>
        <p:spPr bwMode="auto">
          <a:xfrm flipH="0" flipV="0">
            <a:off x="192087" y="1372234"/>
            <a:ext cx="11807824" cy="5009514"/>
          </a:xfrm>
          <a:prstGeom prst="rect">
            <a:avLst/>
          </a:prstGeom>
          <a:ln w="3809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2792618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76896"/>
            <a:ext cx="10656887" cy="46831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 sz="2800"/>
          </a:p>
        </p:txBody>
      </p:sp>
      <p:sp>
        <p:nvSpPr>
          <p:cNvPr id="1107664051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7" y="908049"/>
            <a:ext cx="11807824" cy="928369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>
              <a:defRPr/>
            </a:pP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UML-Klassendiagramm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(Frontend)</a:t>
            </a:r>
            <a:endParaRPr sz="2400"/>
          </a:p>
          <a:p>
            <a:pPr>
              <a:defRPr/>
            </a:pPr>
            <a:endParaRPr/>
          </a:p>
        </p:txBody>
      </p:sp>
      <p:pic>
        <p:nvPicPr>
          <p:cNvPr id="2037153106" name=""/>
          <p:cNvPicPr>
            <a:picLocks noChangeAspect="1"/>
          </p:cNvPicPr>
          <p:nvPr/>
        </p:nvPicPr>
        <p:blipFill rotWithShape="1">
          <a:blip r:embed="rId3"/>
          <a:srcRect l="48557" t="28303" r="27664" b="42317"/>
          <a:stretch/>
        </p:blipFill>
        <p:spPr bwMode="auto">
          <a:xfrm flipH="0" flipV="0">
            <a:off x="2906001" y="1372234"/>
            <a:ext cx="7530935" cy="5009514"/>
          </a:xfrm>
          <a:prstGeom prst="rect">
            <a:avLst/>
          </a:prstGeom>
          <a:ln w="3809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937285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76896"/>
            <a:ext cx="10656887" cy="46831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 sz="2800"/>
          </a:p>
        </p:txBody>
      </p:sp>
      <p:sp>
        <p:nvSpPr>
          <p:cNvPr id="35839201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7" y="908049"/>
            <a:ext cx="11807824" cy="928369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>
              <a:defRPr/>
            </a:pP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UML-Klassendiagramm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(Frontend)</a:t>
            </a:r>
            <a:endParaRPr sz="2400"/>
          </a:p>
          <a:p>
            <a:pPr>
              <a:defRPr/>
            </a:pPr>
            <a:endParaRPr/>
          </a:p>
        </p:txBody>
      </p:sp>
      <p:pic>
        <p:nvPicPr>
          <p:cNvPr id="259293441" name=""/>
          <p:cNvPicPr>
            <a:picLocks noChangeAspect="1"/>
          </p:cNvPicPr>
          <p:nvPr/>
        </p:nvPicPr>
        <p:blipFill rotWithShape="1">
          <a:blip r:embed="rId3"/>
          <a:srcRect l="48532" t="23834" r="14185" b="46786"/>
          <a:stretch/>
        </p:blipFill>
        <p:spPr bwMode="auto">
          <a:xfrm flipH="0" flipV="0">
            <a:off x="192087" y="1372234"/>
            <a:ext cx="11807824" cy="5009514"/>
          </a:xfrm>
          <a:prstGeom prst="rect">
            <a:avLst/>
          </a:prstGeom>
          <a:ln w="3809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587005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76896"/>
            <a:ext cx="10656887" cy="46831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 sz="2800"/>
          </a:p>
        </p:txBody>
      </p:sp>
      <p:sp>
        <p:nvSpPr>
          <p:cNvPr id="1999622623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7" y="908049"/>
            <a:ext cx="11807824" cy="928369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>
              <a:defRPr/>
            </a:pP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UML-Klassendiagramm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(Frontend)</a:t>
            </a:r>
            <a:endParaRPr sz="2400"/>
          </a:p>
          <a:p>
            <a:pPr>
              <a:defRPr/>
            </a:pPr>
            <a:endParaRPr/>
          </a:p>
        </p:txBody>
      </p:sp>
      <p:pic>
        <p:nvPicPr>
          <p:cNvPr id="252268627" name=""/>
          <p:cNvPicPr>
            <a:picLocks noChangeAspect="1"/>
          </p:cNvPicPr>
          <p:nvPr/>
        </p:nvPicPr>
        <p:blipFill rotWithShape="1">
          <a:blip r:embed="rId3"/>
          <a:srcRect l="49535" t="37937" r="13182" b="32682"/>
          <a:stretch/>
        </p:blipFill>
        <p:spPr bwMode="auto">
          <a:xfrm flipH="0" flipV="0">
            <a:off x="192087" y="1372234"/>
            <a:ext cx="11807824" cy="5009514"/>
          </a:xfrm>
          <a:prstGeom prst="rect">
            <a:avLst/>
          </a:prstGeom>
          <a:ln w="3809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7063628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76896"/>
            <a:ext cx="10656887" cy="46831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 sz="2800"/>
          </a:p>
        </p:txBody>
      </p:sp>
      <p:sp>
        <p:nvSpPr>
          <p:cNvPr id="1555493598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7" y="908049"/>
            <a:ext cx="11807824" cy="928369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>
              <a:defRPr/>
            </a:pP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UML-Klassendiagramm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(Frontend)</a:t>
            </a:r>
            <a:endParaRPr sz="2400"/>
          </a:p>
          <a:p>
            <a:pPr>
              <a:defRPr/>
            </a:pPr>
            <a:endParaRPr/>
          </a:p>
        </p:txBody>
      </p:sp>
      <p:pic>
        <p:nvPicPr>
          <p:cNvPr id="8025933" name=""/>
          <p:cNvPicPr>
            <a:picLocks noChangeAspect="1"/>
          </p:cNvPicPr>
          <p:nvPr/>
        </p:nvPicPr>
        <p:blipFill rotWithShape="1">
          <a:blip r:embed="rId3"/>
          <a:srcRect l="40985" t="16766" r="0" b="36728"/>
          <a:stretch/>
        </p:blipFill>
        <p:spPr bwMode="auto">
          <a:xfrm flipH="0" flipV="0">
            <a:off x="192087" y="1372234"/>
            <a:ext cx="11807824" cy="5009514"/>
          </a:xfrm>
          <a:prstGeom prst="rect">
            <a:avLst/>
          </a:prstGeom>
          <a:ln w="3809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26089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76896"/>
            <a:ext cx="10656887" cy="46831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 sz="2800"/>
          </a:p>
        </p:txBody>
      </p:sp>
      <p:sp>
        <p:nvSpPr>
          <p:cNvPr id="301039612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7" y="908049"/>
            <a:ext cx="11807824" cy="928369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>
              <a:defRPr/>
            </a:pP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UML-Klassendiagramm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(Frontend)</a:t>
            </a:r>
            <a:endParaRPr sz="2400"/>
          </a:p>
          <a:p>
            <a:pPr>
              <a:defRPr/>
            </a:pPr>
            <a:endParaRPr/>
          </a:p>
        </p:txBody>
      </p:sp>
      <p:pic>
        <p:nvPicPr>
          <p:cNvPr id="441645492" name=""/>
          <p:cNvPicPr>
            <a:picLocks noChangeAspect="1"/>
          </p:cNvPicPr>
          <p:nvPr/>
        </p:nvPicPr>
        <p:blipFill rotWithShape="1">
          <a:blip r:embed="rId3"/>
          <a:srcRect l="52742" t="1969" r="15363" b="72896"/>
          <a:stretch/>
        </p:blipFill>
        <p:spPr bwMode="auto">
          <a:xfrm flipH="0" flipV="0">
            <a:off x="192087" y="1372234"/>
            <a:ext cx="11807824" cy="5009514"/>
          </a:xfrm>
          <a:prstGeom prst="rect">
            <a:avLst/>
          </a:prstGeom>
          <a:ln w="3809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473372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76896"/>
            <a:ext cx="10656885" cy="4683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 sz="2800"/>
          </a:p>
        </p:txBody>
      </p:sp>
      <p:sp>
        <p:nvSpPr>
          <p:cNvPr id="1408363269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7" y="908048"/>
            <a:ext cx="11807823" cy="928368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>
              <a:defRPr/>
            </a:pP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UML-Klassendiagramm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(Frontend)</a:t>
            </a:r>
            <a:endParaRPr sz="2400"/>
          </a:p>
          <a:p>
            <a:pPr>
              <a:defRPr/>
            </a:pPr>
            <a:endParaRPr/>
          </a:p>
        </p:txBody>
      </p:sp>
      <p:pic>
        <p:nvPicPr>
          <p:cNvPr id="1198808387" name=""/>
          <p:cNvPicPr>
            <a:picLocks noChangeAspect="1"/>
          </p:cNvPicPr>
          <p:nvPr/>
        </p:nvPicPr>
        <p:blipFill rotWithShape="1">
          <a:blip r:embed="rId3"/>
          <a:srcRect l="67297" t="2328" r="808" b="72537"/>
          <a:stretch/>
        </p:blipFill>
        <p:spPr bwMode="auto">
          <a:xfrm flipH="0" flipV="0">
            <a:off x="192087" y="1372233"/>
            <a:ext cx="11807823" cy="5009513"/>
          </a:xfrm>
          <a:prstGeom prst="rect">
            <a:avLst/>
          </a:prstGeom>
          <a:ln w="3809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219953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76896"/>
            <a:ext cx="10656885" cy="4683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 sz="2800"/>
          </a:p>
        </p:txBody>
      </p:sp>
      <p:sp>
        <p:nvSpPr>
          <p:cNvPr id="602639494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7" y="908048"/>
            <a:ext cx="11807823" cy="928368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>
              <a:defRPr/>
            </a:pP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UML-Klassendiagramm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(Frontend)</a:t>
            </a:r>
            <a:endParaRPr sz="2400"/>
          </a:p>
          <a:p>
            <a:pPr>
              <a:defRPr/>
            </a:pPr>
            <a:endParaRPr/>
          </a:p>
        </p:txBody>
      </p:sp>
      <p:pic>
        <p:nvPicPr>
          <p:cNvPr id="1449379916" name=""/>
          <p:cNvPicPr>
            <a:picLocks noChangeAspect="1"/>
          </p:cNvPicPr>
          <p:nvPr/>
        </p:nvPicPr>
        <p:blipFill rotWithShape="1">
          <a:blip r:embed="rId3"/>
          <a:srcRect l="52375" t="21785" r="15730" b="53080"/>
          <a:stretch/>
        </p:blipFill>
        <p:spPr bwMode="auto">
          <a:xfrm flipH="0" flipV="0">
            <a:off x="192087" y="1372233"/>
            <a:ext cx="11807823" cy="5009513"/>
          </a:xfrm>
          <a:prstGeom prst="rect">
            <a:avLst/>
          </a:prstGeom>
          <a:ln w="3809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984429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76896"/>
            <a:ext cx="10656885" cy="4683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 sz="2800"/>
          </a:p>
        </p:txBody>
      </p:sp>
      <p:sp>
        <p:nvSpPr>
          <p:cNvPr id="931732826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7" y="908048"/>
            <a:ext cx="11807823" cy="928368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>
              <a:defRPr/>
            </a:pP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UML-Klassendiagramm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(Frontend)</a:t>
            </a:r>
            <a:endParaRPr sz="2400"/>
          </a:p>
          <a:p>
            <a:pPr>
              <a:defRPr/>
            </a:pPr>
            <a:endParaRPr/>
          </a:p>
        </p:txBody>
      </p:sp>
      <p:pic>
        <p:nvPicPr>
          <p:cNvPr id="2124786790" name=""/>
          <p:cNvPicPr>
            <a:picLocks noChangeAspect="1"/>
          </p:cNvPicPr>
          <p:nvPr/>
        </p:nvPicPr>
        <p:blipFill rotWithShape="1">
          <a:blip r:embed="rId3"/>
          <a:srcRect l="53110" t="5324" r="14995" b="69542"/>
          <a:stretch/>
        </p:blipFill>
        <p:spPr bwMode="auto">
          <a:xfrm flipH="0" flipV="0">
            <a:off x="192087" y="1372233"/>
            <a:ext cx="11807823" cy="5009513"/>
          </a:xfrm>
          <a:prstGeom prst="rect">
            <a:avLst/>
          </a:prstGeom>
          <a:ln w="3809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848338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76896"/>
            <a:ext cx="10656885" cy="4683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 sz="2800"/>
          </a:p>
        </p:txBody>
      </p:sp>
      <p:sp>
        <p:nvSpPr>
          <p:cNvPr id="305334195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7" y="908048"/>
            <a:ext cx="11807823" cy="928368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>
              <a:defRPr/>
            </a:pP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UML-Klassendiagramm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(Frontend)</a:t>
            </a:r>
            <a:endParaRPr sz="2400"/>
          </a:p>
          <a:p>
            <a:pPr>
              <a:defRPr/>
            </a:pPr>
            <a:endParaRPr/>
          </a:p>
        </p:txBody>
      </p:sp>
      <p:pic>
        <p:nvPicPr>
          <p:cNvPr id="736584224" name=""/>
          <p:cNvPicPr>
            <a:picLocks noChangeAspect="1"/>
          </p:cNvPicPr>
          <p:nvPr/>
        </p:nvPicPr>
        <p:blipFill rotWithShape="1">
          <a:blip r:embed="rId3"/>
          <a:srcRect l="52816" t="26419" r="15289" b="48446"/>
          <a:stretch/>
        </p:blipFill>
        <p:spPr bwMode="auto">
          <a:xfrm flipH="0" flipV="0">
            <a:off x="192087" y="1372233"/>
            <a:ext cx="11807823" cy="5009513"/>
          </a:xfrm>
          <a:prstGeom prst="rect">
            <a:avLst/>
          </a:prstGeom>
          <a:ln w="3809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44392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76896"/>
            <a:ext cx="10656885" cy="4683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 sz="2800"/>
          </a:p>
        </p:txBody>
      </p:sp>
      <p:sp>
        <p:nvSpPr>
          <p:cNvPr id="1941515110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7" y="908048"/>
            <a:ext cx="11807823" cy="928368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>
              <a:defRPr/>
            </a:pP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UML-Klassendiagramm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(Frontend)</a:t>
            </a:r>
            <a:endParaRPr sz="2400"/>
          </a:p>
          <a:p>
            <a:pPr>
              <a:defRPr/>
            </a:pPr>
            <a:endParaRPr/>
          </a:p>
        </p:txBody>
      </p:sp>
      <p:pic>
        <p:nvPicPr>
          <p:cNvPr id="782131261" name=""/>
          <p:cNvPicPr>
            <a:picLocks noChangeAspect="1"/>
          </p:cNvPicPr>
          <p:nvPr/>
        </p:nvPicPr>
        <p:blipFill rotWithShape="1">
          <a:blip r:embed="rId3"/>
          <a:srcRect l="47865" t="67285" r="13132" b="1980"/>
          <a:stretch/>
        </p:blipFill>
        <p:spPr bwMode="auto">
          <a:xfrm flipH="0" flipV="0">
            <a:off x="192087" y="1372233"/>
            <a:ext cx="11807823" cy="5009513"/>
          </a:xfrm>
          <a:prstGeom prst="rect">
            <a:avLst/>
          </a:prstGeom>
          <a:ln w="3809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617011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76896"/>
            <a:ext cx="10656885" cy="4683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 sz="2800"/>
          </a:p>
        </p:txBody>
      </p:sp>
      <p:sp>
        <p:nvSpPr>
          <p:cNvPr id="470779729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7" y="908048"/>
            <a:ext cx="11807823" cy="928368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>
              <a:defRPr/>
            </a:pP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UML-Klassendiagramm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(Frontend)</a:t>
            </a:r>
            <a:endParaRPr sz="2400"/>
          </a:p>
          <a:p>
            <a:pPr>
              <a:defRPr/>
            </a:pPr>
            <a:endParaRPr/>
          </a:p>
        </p:txBody>
      </p:sp>
      <p:pic>
        <p:nvPicPr>
          <p:cNvPr id="282900243" name=""/>
          <p:cNvPicPr>
            <a:picLocks noChangeAspect="1"/>
          </p:cNvPicPr>
          <p:nvPr/>
        </p:nvPicPr>
        <p:blipFill rotWithShape="1">
          <a:blip r:embed="rId3"/>
          <a:srcRect l="61962" t="62918" r="5557" b="11485"/>
          <a:stretch/>
        </p:blipFill>
        <p:spPr bwMode="auto">
          <a:xfrm flipH="0" flipV="0">
            <a:off x="192087" y="1372233"/>
            <a:ext cx="11807823" cy="5009513"/>
          </a:xfrm>
          <a:prstGeom prst="rect">
            <a:avLst/>
          </a:prstGeom>
          <a:ln w="3809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644858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76896"/>
            <a:ext cx="10656885" cy="4683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 sz="2800"/>
          </a:p>
        </p:txBody>
      </p:sp>
      <p:sp>
        <p:nvSpPr>
          <p:cNvPr id="1573533375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7" y="908048"/>
            <a:ext cx="11807823" cy="928368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>
              <a:defRPr/>
            </a:pPr>
            <a:r>
              <a:rPr/>
              <a:t>UML-Klassendiagramm</a:t>
            </a:r>
            <a:r>
              <a:rPr/>
              <a:t> (Frontend)</a:t>
            </a:r>
            <a:endParaRPr/>
          </a:p>
        </p:txBody>
      </p:sp>
      <p:pic>
        <p:nvPicPr>
          <p:cNvPr id="1337884110" name=""/>
          <p:cNvPicPr>
            <a:picLocks noChangeAspect="1"/>
          </p:cNvPicPr>
          <p:nvPr/>
        </p:nvPicPr>
        <p:blipFill rotWithShape="1">
          <a:blip r:embed="rId3"/>
          <a:srcRect l="48150" t="0" r="0" b="0"/>
          <a:stretch/>
        </p:blipFill>
        <p:spPr bwMode="auto">
          <a:xfrm flipH="0" flipV="0">
            <a:off x="3817955" y="1372233"/>
            <a:ext cx="4683086" cy="4862601"/>
          </a:xfrm>
          <a:prstGeom prst="rect">
            <a:avLst/>
          </a:prstGeom>
          <a:ln w="3809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0278312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76896"/>
            <a:ext cx="10656885" cy="4683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 sz="2800"/>
          </a:p>
        </p:txBody>
      </p:sp>
      <p:sp>
        <p:nvSpPr>
          <p:cNvPr id="485971075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7" y="908048"/>
            <a:ext cx="11807823" cy="928368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>
              <a:defRPr/>
            </a:pPr>
            <a:r>
              <a:rPr/>
              <a:t>UML-Klassendiagramm</a:t>
            </a:r>
            <a:r>
              <a:rPr/>
              <a:t> (Backend)</a:t>
            </a:r>
            <a:endParaRPr/>
          </a:p>
        </p:txBody>
      </p:sp>
      <p:pic>
        <p:nvPicPr>
          <p:cNvPr id="1423646591" name=""/>
          <p:cNvPicPr>
            <a:picLocks noChangeAspect="1"/>
          </p:cNvPicPr>
          <p:nvPr/>
        </p:nvPicPr>
        <p:blipFill rotWithShape="1">
          <a:blip r:embed="rId3"/>
          <a:srcRect l="-5" t="0" r="52138" b="17152"/>
          <a:stretch/>
        </p:blipFill>
        <p:spPr bwMode="auto">
          <a:xfrm flipH="0" flipV="0">
            <a:off x="3934311" y="1372233"/>
            <a:ext cx="5267813" cy="4908451"/>
          </a:xfrm>
          <a:prstGeom prst="rect">
            <a:avLst/>
          </a:prstGeom>
          <a:ln w="3809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Char"/>
      </p:transition>
    </mc:Choice>
    <mc:Fallback>
      <p:transition spd="slow" advClick="1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33771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76896"/>
            <a:ext cx="10656885" cy="4683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 sz="2800"/>
          </a:p>
        </p:txBody>
      </p:sp>
      <p:sp>
        <p:nvSpPr>
          <p:cNvPr id="39165988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7" y="908048"/>
            <a:ext cx="11807823" cy="928368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>
              <a:defRPr/>
            </a:pPr>
            <a:r>
              <a:rPr/>
              <a:t>UML-Klassendiagramm</a:t>
            </a:r>
            <a:r>
              <a:rPr/>
              <a:t> (Backend)</a:t>
            </a:r>
            <a:endParaRPr/>
          </a:p>
        </p:txBody>
      </p:sp>
      <p:pic>
        <p:nvPicPr>
          <p:cNvPr id="1850423478" name=""/>
          <p:cNvPicPr>
            <a:picLocks noChangeAspect="1"/>
          </p:cNvPicPr>
          <p:nvPr/>
        </p:nvPicPr>
        <p:blipFill rotWithShape="1">
          <a:blip r:embed="rId3"/>
          <a:srcRect l="31222" t="64259" r="56624" b="14706"/>
          <a:stretch/>
        </p:blipFill>
        <p:spPr bwMode="auto">
          <a:xfrm flipH="0" flipV="0">
            <a:off x="3934311" y="1372233"/>
            <a:ext cx="5267813" cy="4908451"/>
          </a:xfrm>
          <a:prstGeom prst="rect">
            <a:avLst/>
          </a:prstGeom>
          <a:ln w="3809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Char"/>
      </p:transition>
    </mc:Choice>
    <mc:Fallback>
      <p:transition spd="slow" advClick="1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8099905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76896"/>
            <a:ext cx="10656885" cy="4683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 sz="2800"/>
          </a:p>
        </p:txBody>
      </p:sp>
      <p:sp>
        <p:nvSpPr>
          <p:cNvPr id="1926721338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7" y="908048"/>
            <a:ext cx="11807823" cy="928368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>
              <a:defRPr/>
            </a:pP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UML-Klassendiagramm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(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Backend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)</a:t>
            </a:r>
            <a:endParaRPr sz="2400"/>
          </a:p>
          <a:p>
            <a:pPr>
              <a:defRPr/>
            </a:pPr>
            <a:endParaRPr/>
          </a:p>
        </p:txBody>
      </p:sp>
      <p:pic>
        <p:nvPicPr>
          <p:cNvPr id="1199724508" name=""/>
          <p:cNvPicPr>
            <a:picLocks noChangeAspect="1"/>
          </p:cNvPicPr>
          <p:nvPr/>
        </p:nvPicPr>
        <p:blipFill rotWithShape="1">
          <a:blip r:embed="rId3"/>
          <a:srcRect l="12471" t="3382" r="55048" b="71021"/>
          <a:stretch/>
        </p:blipFill>
        <p:spPr bwMode="auto">
          <a:xfrm flipH="0" flipV="0">
            <a:off x="192087" y="1372233"/>
            <a:ext cx="11807823" cy="5009513"/>
          </a:xfrm>
          <a:prstGeom prst="rect">
            <a:avLst/>
          </a:prstGeom>
          <a:ln w="3809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664183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76896"/>
            <a:ext cx="10656885" cy="4683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 sz="2800"/>
          </a:p>
        </p:txBody>
      </p:sp>
      <p:sp>
        <p:nvSpPr>
          <p:cNvPr id="2106965204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7" y="908048"/>
            <a:ext cx="11807823" cy="928368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>
              <a:defRPr/>
            </a:pP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UML-Klassendiagramm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(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Backend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)</a:t>
            </a:r>
            <a:endParaRPr sz="2400"/>
          </a:p>
          <a:p>
            <a:pPr>
              <a:defRPr/>
            </a:pPr>
            <a:endParaRPr/>
          </a:p>
        </p:txBody>
      </p:sp>
      <p:pic>
        <p:nvPicPr>
          <p:cNvPr id="829282626" name=""/>
          <p:cNvPicPr>
            <a:picLocks noChangeAspect="1"/>
          </p:cNvPicPr>
          <p:nvPr/>
        </p:nvPicPr>
        <p:blipFill rotWithShape="1">
          <a:blip r:embed="rId3"/>
          <a:srcRect l="-16755" t="11947" r="58120" b="41845"/>
          <a:stretch/>
        </p:blipFill>
        <p:spPr bwMode="auto">
          <a:xfrm flipH="0" flipV="0">
            <a:off x="192087" y="1372233"/>
            <a:ext cx="11807823" cy="5009513"/>
          </a:xfrm>
          <a:prstGeom prst="rect">
            <a:avLst/>
          </a:prstGeom>
          <a:ln w="3809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7931163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76896"/>
            <a:ext cx="10656885" cy="4683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 sz="2800"/>
          </a:p>
        </p:txBody>
      </p:sp>
      <p:sp>
        <p:nvSpPr>
          <p:cNvPr id="1761143067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7" y="908048"/>
            <a:ext cx="11807823" cy="928368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>
              <a:defRPr/>
            </a:pP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UML-Klassendiagramm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(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Backend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)</a:t>
            </a:r>
            <a:endParaRPr sz="2400"/>
          </a:p>
          <a:p>
            <a:pPr>
              <a:defRPr/>
            </a:pPr>
            <a:endParaRPr/>
          </a:p>
        </p:txBody>
      </p:sp>
      <p:pic>
        <p:nvPicPr>
          <p:cNvPr id="47236951" name=""/>
          <p:cNvPicPr>
            <a:picLocks noChangeAspect="1"/>
          </p:cNvPicPr>
          <p:nvPr/>
        </p:nvPicPr>
        <p:blipFill rotWithShape="1">
          <a:blip r:embed="rId3"/>
          <a:srcRect l="10289" t="30212" r="50461" b="38857"/>
          <a:stretch/>
        </p:blipFill>
        <p:spPr bwMode="auto">
          <a:xfrm flipH="0" flipV="0">
            <a:off x="192087" y="1372233"/>
            <a:ext cx="11807823" cy="5009513"/>
          </a:xfrm>
          <a:prstGeom prst="rect">
            <a:avLst/>
          </a:prstGeom>
          <a:ln w="3809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6952821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76896"/>
            <a:ext cx="10656885" cy="4683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 sz="2800"/>
          </a:p>
        </p:txBody>
      </p:sp>
      <p:sp>
        <p:nvSpPr>
          <p:cNvPr id="978320736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7" y="908048"/>
            <a:ext cx="11807823" cy="928368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>
              <a:defRPr/>
            </a:pP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UML-Klassendiagramm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(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Ablauf von Login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)</a:t>
            </a:r>
            <a:endParaRPr sz="2400"/>
          </a:p>
          <a:p>
            <a:pPr>
              <a:defRPr/>
            </a:pPr>
            <a:endParaRPr/>
          </a:p>
        </p:txBody>
      </p:sp>
      <p:pic>
        <p:nvPicPr>
          <p:cNvPr id="54779138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92086" y="1372233"/>
            <a:ext cx="11807824" cy="4947812"/>
          </a:xfrm>
          <a:prstGeom prst="rect">
            <a:avLst/>
          </a:prstGeom>
          <a:ln w="38099">
            <a:solidFill>
              <a:schemeClr val="tx1">
                <a:lumMod val="94901"/>
                <a:lumOff val="5099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Char"/>
      </p:transition>
    </mc:Choice>
    <mc:Fallback>
      <p:transition spd="slow" advClick="1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075737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76896"/>
            <a:ext cx="10656885" cy="4683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 sz="2800"/>
          </a:p>
        </p:txBody>
      </p:sp>
      <p:sp>
        <p:nvSpPr>
          <p:cNvPr id="1032127257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7" y="908048"/>
            <a:ext cx="11807823" cy="928368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>
              <a:defRPr/>
            </a:pP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UML-Klassendiagramm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(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Ablauf von Login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)</a:t>
            </a:r>
            <a:endParaRPr sz="2400"/>
          </a:p>
          <a:p>
            <a:pPr>
              <a:defRPr/>
            </a:pPr>
            <a:endParaRPr/>
          </a:p>
        </p:txBody>
      </p:sp>
      <p:pic>
        <p:nvPicPr>
          <p:cNvPr id="247583936" name=""/>
          <p:cNvPicPr>
            <a:picLocks noChangeAspect="1"/>
          </p:cNvPicPr>
          <p:nvPr/>
        </p:nvPicPr>
        <p:blipFill rotWithShape="1">
          <a:blip r:embed="rId3"/>
          <a:srcRect l="6321" t="-1272" r="37030" b="44624"/>
          <a:stretch/>
        </p:blipFill>
        <p:spPr bwMode="auto">
          <a:xfrm flipH="0" flipV="0">
            <a:off x="192086" y="1372233"/>
            <a:ext cx="11807824" cy="4947812"/>
          </a:xfrm>
          <a:prstGeom prst="rect">
            <a:avLst/>
          </a:prstGeom>
          <a:ln w="38099">
            <a:solidFill>
              <a:schemeClr val="tx1">
                <a:lumMod val="94901"/>
                <a:lumOff val="5099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Char"/>
      </p:transition>
    </mc:Choice>
    <mc:Fallback>
      <p:transition spd="slow" advClick="1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189680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76896"/>
            <a:ext cx="10656885" cy="4683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 sz="2800"/>
          </a:p>
        </p:txBody>
      </p:sp>
      <p:sp>
        <p:nvSpPr>
          <p:cNvPr id="2055841337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7" y="908048"/>
            <a:ext cx="11807823" cy="928368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>
              <a:defRPr/>
            </a:pP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UML-Klassendiagramm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(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Ablauf von Login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)</a:t>
            </a:r>
            <a:endParaRPr sz="2400"/>
          </a:p>
          <a:p>
            <a:pPr>
              <a:defRPr/>
            </a:pPr>
            <a:endParaRPr/>
          </a:p>
        </p:txBody>
      </p:sp>
      <p:pic>
        <p:nvPicPr>
          <p:cNvPr id="501009932" name=""/>
          <p:cNvPicPr>
            <a:picLocks noChangeAspect="1"/>
          </p:cNvPicPr>
          <p:nvPr/>
        </p:nvPicPr>
        <p:blipFill rotWithShape="1">
          <a:blip r:embed="rId3"/>
          <a:srcRect l="43352" t="-1272" r="0" b="44624"/>
          <a:stretch/>
        </p:blipFill>
        <p:spPr bwMode="auto">
          <a:xfrm flipH="0" flipV="0">
            <a:off x="192086" y="1372233"/>
            <a:ext cx="11807824" cy="4947812"/>
          </a:xfrm>
          <a:prstGeom prst="rect">
            <a:avLst/>
          </a:prstGeom>
          <a:ln w="38099">
            <a:solidFill>
              <a:schemeClr val="tx1">
                <a:lumMod val="94901"/>
                <a:lumOff val="5099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Char"/>
      </p:transition>
    </mc:Choice>
    <mc:Fallback>
      <p:transition spd="slow" advClick="1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3233211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76896"/>
            <a:ext cx="10656885" cy="4683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 sz="2800"/>
          </a:p>
        </p:txBody>
      </p:sp>
      <p:sp>
        <p:nvSpPr>
          <p:cNvPr id="527146086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7" y="908048"/>
            <a:ext cx="11807823" cy="928368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>
              <a:defRPr/>
            </a:pP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UML-Klassendiagramm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(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Ablauf von Login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)</a:t>
            </a:r>
            <a:endParaRPr sz="2400"/>
          </a:p>
          <a:p>
            <a:pPr>
              <a:defRPr/>
            </a:pPr>
            <a:endParaRPr/>
          </a:p>
        </p:txBody>
      </p:sp>
      <p:pic>
        <p:nvPicPr>
          <p:cNvPr id="1291207779" name=""/>
          <p:cNvPicPr>
            <a:picLocks noChangeAspect="1"/>
          </p:cNvPicPr>
          <p:nvPr/>
        </p:nvPicPr>
        <p:blipFill rotWithShape="1">
          <a:blip r:embed="rId3"/>
          <a:srcRect l="43352" t="14782" r="0" b="33883"/>
          <a:stretch/>
        </p:blipFill>
        <p:spPr bwMode="auto">
          <a:xfrm flipH="0" flipV="0">
            <a:off x="192085" y="1836415"/>
            <a:ext cx="11807823" cy="4483628"/>
          </a:xfrm>
          <a:prstGeom prst="rect">
            <a:avLst/>
          </a:prstGeom>
          <a:ln w="38099">
            <a:solidFill>
              <a:schemeClr val="tx1">
                <a:lumMod val="94901"/>
                <a:lumOff val="5099"/>
              </a:schemeClr>
            </a:solidFill>
            <a:prstDash val="solid"/>
          </a:ln>
        </p:spPr>
      </p:pic>
      <p:pic>
        <p:nvPicPr>
          <p:cNvPr id="744644424" name=""/>
          <p:cNvPicPr>
            <a:picLocks noChangeAspect="1"/>
          </p:cNvPicPr>
          <p:nvPr/>
        </p:nvPicPr>
        <p:blipFill rotWithShape="1">
          <a:blip r:embed="rId3"/>
          <a:srcRect l="43352" t="5184" r="0" b="88797"/>
          <a:stretch/>
        </p:blipFill>
        <p:spPr bwMode="auto">
          <a:xfrm flipH="0" flipV="0">
            <a:off x="192085" y="1310866"/>
            <a:ext cx="11807823" cy="525549"/>
          </a:xfrm>
          <a:prstGeom prst="rect">
            <a:avLst/>
          </a:prstGeom>
          <a:ln w="38099">
            <a:solidFill>
              <a:schemeClr val="tx1">
                <a:lumMod val="94901"/>
                <a:lumOff val="5099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Char"/>
      </p:transition>
    </mc:Choice>
    <mc:Fallback>
      <p:transition spd="slow" advClick="1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4057952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76896"/>
            <a:ext cx="10656884" cy="46831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 sz="2800"/>
          </a:p>
        </p:txBody>
      </p:sp>
      <p:sp>
        <p:nvSpPr>
          <p:cNvPr id="1047924512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7" y="908047"/>
            <a:ext cx="11807822" cy="928368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>
              <a:defRPr/>
            </a:pP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UML-Klassendiagramm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(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Ablauf von Login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)</a:t>
            </a:r>
            <a:endParaRPr sz="2400"/>
          </a:p>
          <a:p>
            <a:pPr>
              <a:defRPr/>
            </a:pPr>
            <a:endParaRPr/>
          </a:p>
        </p:txBody>
      </p:sp>
      <p:pic>
        <p:nvPicPr>
          <p:cNvPr id="1145345128" name=""/>
          <p:cNvPicPr>
            <a:picLocks noChangeAspect="1"/>
          </p:cNvPicPr>
          <p:nvPr/>
        </p:nvPicPr>
        <p:blipFill rotWithShape="1">
          <a:blip r:embed="rId3"/>
          <a:srcRect l="0" t="14783" r="43352" b="33881"/>
          <a:stretch/>
        </p:blipFill>
        <p:spPr bwMode="auto">
          <a:xfrm flipH="0" flipV="0">
            <a:off x="192084" y="1836415"/>
            <a:ext cx="11807823" cy="4483627"/>
          </a:xfrm>
          <a:prstGeom prst="rect">
            <a:avLst/>
          </a:prstGeom>
          <a:ln w="38099">
            <a:solidFill>
              <a:schemeClr val="tx1">
                <a:lumMod val="94901"/>
                <a:lumOff val="5099"/>
              </a:schemeClr>
            </a:solidFill>
            <a:prstDash val="solid"/>
          </a:ln>
        </p:spPr>
      </p:pic>
      <p:pic>
        <p:nvPicPr>
          <p:cNvPr id="220115087" name=""/>
          <p:cNvPicPr>
            <a:picLocks noChangeAspect="1"/>
          </p:cNvPicPr>
          <p:nvPr/>
        </p:nvPicPr>
        <p:blipFill rotWithShape="1">
          <a:blip r:embed="rId3"/>
          <a:srcRect l="0" t="4613" r="43352" b="89367"/>
          <a:stretch/>
        </p:blipFill>
        <p:spPr bwMode="auto">
          <a:xfrm flipH="0" flipV="0">
            <a:off x="192084" y="1310865"/>
            <a:ext cx="11807823" cy="525548"/>
          </a:xfrm>
          <a:prstGeom prst="rect">
            <a:avLst/>
          </a:prstGeom>
          <a:ln w="38099">
            <a:solidFill>
              <a:schemeClr val="tx1">
                <a:lumMod val="94901"/>
                <a:lumOff val="5099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Char"/>
      </p:transition>
    </mc:Choice>
    <mc:Fallback>
      <p:transition spd="slow" advClick="1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5416408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76896"/>
            <a:ext cx="10656884" cy="46831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 sz="2800"/>
          </a:p>
        </p:txBody>
      </p:sp>
      <p:sp>
        <p:nvSpPr>
          <p:cNvPr id="593115977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7" y="908047"/>
            <a:ext cx="11807822" cy="928368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>
              <a:defRPr/>
            </a:pP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UML-Klassendiagramm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(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Ablauf von Login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)</a:t>
            </a:r>
            <a:endParaRPr sz="2400"/>
          </a:p>
          <a:p>
            <a:pPr>
              <a:defRPr/>
            </a:pPr>
            <a:endParaRPr/>
          </a:p>
        </p:txBody>
      </p:sp>
      <p:pic>
        <p:nvPicPr>
          <p:cNvPr id="1335524500" name=""/>
          <p:cNvPicPr>
            <a:picLocks noChangeAspect="1"/>
          </p:cNvPicPr>
          <p:nvPr/>
        </p:nvPicPr>
        <p:blipFill rotWithShape="1">
          <a:blip r:embed="rId3"/>
          <a:srcRect l="43352" t="48665" r="0" b="0"/>
          <a:stretch/>
        </p:blipFill>
        <p:spPr bwMode="auto">
          <a:xfrm flipH="0" flipV="0">
            <a:off x="192084" y="1836415"/>
            <a:ext cx="11807823" cy="4483627"/>
          </a:xfrm>
          <a:prstGeom prst="rect">
            <a:avLst/>
          </a:prstGeom>
          <a:ln w="38099">
            <a:solidFill>
              <a:schemeClr val="tx1">
                <a:lumMod val="94901"/>
                <a:lumOff val="5099"/>
              </a:schemeClr>
            </a:solidFill>
            <a:prstDash val="solid"/>
          </a:ln>
        </p:spPr>
      </p:pic>
      <p:pic>
        <p:nvPicPr>
          <p:cNvPr id="1528460267" name=""/>
          <p:cNvPicPr>
            <a:picLocks noChangeAspect="1"/>
          </p:cNvPicPr>
          <p:nvPr/>
        </p:nvPicPr>
        <p:blipFill rotWithShape="1">
          <a:blip r:embed="rId3"/>
          <a:srcRect l="43352" t="5184" r="0" b="88797"/>
          <a:stretch/>
        </p:blipFill>
        <p:spPr bwMode="auto">
          <a:xfrm flipH="0" flipV="0">
            <a:off x="192084" y="1310865"/>
            <a:ext cx="11807823" cy="525548"/>
          </a:xfrm>
          <a:prstGeom prst="rect">
            <a:avLst/>
          </a:prstGeom>
          <a:ln w="38099">
            <a:solidFill>
              <a:schemeClr val="tx1">
                <a:lumMod val="94901"/>
                <a:lumOff val="5099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Char"/>
      </p:transition>
    </mc:Choice>
    <mc:Fallback>
      <p:transition spd="slow" advClick="1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12948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76896"/>
            <a:ext cx="10656884" cy="46831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 sz="2800"/>
          </a:p>
        </p:txBody>
      </p:sp>
      <p:sp>
        <p:nvSpPr>
          <p:cNvPr id="1928983096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7" y="908047"/>
            <a:ext cx="11807822" cy="928368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>
              <a:defRPr/>
            </a:pP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UML-Klassendiagramm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(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Ablauf von Login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)</a:t>
            </a:r>
            <a:endParaRPr sz="2400"/>
          </a:p>
          <a:p>
            <a:pPr>
              <a:defRPr/>
            </a:pPr>
            <a:endParaRPr/>
          </a:p>
        </p:txBody>
      </p:sp>
      <p:pic>
        <p:nvPicPr>
          <p:cNvPr id="1686214061" name=""/>
          <p:cNvPicPr>
            <a:picLocks noChangeAspect="1"/>
          </p:cNvPicPr>
          <p:nvPr/>
        </p:nvPicPr>
        <p:blipFill rotWithShape="1">
          <a:blip r:embed="rId3"/>
          <a:srcRect l="0" t="48664" r="43352" b="0"/>
          <a:stretch/>
        </p:blipFill>
        <p:spPr bwMode="auto">
          <a:xfrm flipH="0" flipV="0">
            <a:off x="192084" y="1836415"/>
            <a:ext cx="11807823" cy="4483627"/>
          </a:xfrm>
          <a:prstGeom prst="rect">
            <a:avLst/>
          </a:prstGeom>
          <a:ln w="38099">
            <a:solidFill>
              <a:schemeClr val="tx1">
                <a:lumMod val="94901"/>
                <a:lumOff val="5099"/>
              </a:schemeClr>
            </a:solidFill>
            <a:prstDash val="solid"/>
          </a:ln>
        </p:spPr>
      </p:pic>
      <p:pic>
        <p:nvPicPr>
          <p:cNvPr id="143903512" name=""/>
          <p:cNvPicPr>
            <a:picLocks noChangeAspect="1"/>
          </p:cNvPicPr>
          <p:nvPr/>
        </p:nvPicPr>
        <p:blipFill rotWithShape="1">
          <a:blip r:embed="rId3"/>
          <a:srcRect l="0" t="4613" r="43352" b="89367"/>
          <a:stretch/>
        </p:blipFill>
        <p:spPr bwMode="auto">
          <a:xfrm flipH="0" flipV="0">
            <a:off x="192084" y="1310865"/>
            <a:ext cx="11807823" cy="525548"/>
          </a:xfrm>
          <a:prstGeom prst="rect">
            <a:avLst/>
          </a:prstGeom>
          <a:ln w="38099">
            <a:solidFill>
              <a:schemeClr val="tx1">
                <a:lumMod val="94901"/>
                <a:lumOff val="5099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Char"/>
      </p:transition>
    </mc:Choice>
    <mc:Fallback>
      <p:transition spd="slow" advClick="1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7060139" name="Titelplatzhalter 25"/>
          <p:cNvSpPr>
            <a:spLocks noGrp="1"/>
          </p:cNvSpPr>
          <p:nvPr>
            <p:ph type="title"/>
          </p:nvPr>
        </p:nvSpPr>
        <p:spPr bwMode="auto">
          <a:xfrm>
            <a:off x="2387599" y="314324"/>
            <a:ext cx="9504362" cy="893763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90000" lnSpcReduction="2000"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 sz="2800"/>
          </a:p>
          <a:p>
            <a:pPr>
              <a:defRPr/>
            </a:pPr>
            <a:endParaRPr/>
          </a:p>
        </p:txBody>
      </p:sp>
      <p:sp>
        <p:nvSpPr>
          <p:cNvPr id="1603324674" name=""/>
          <p:cNvSpPr/>
          <p:nvPr/>
        </p:nvSpPr>
        <p:spPr bwMode="auto">
          <a:xfrm flipH="0" flipV="0">
            <a:off x="10777" y="3168374"/>
            <a:ext cx="12199802" cy="1158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5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Teil 2 : Reflexion</a:t>
            </a:r>
            <a:br>
              <a:rPr sz="5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</a:br>
            <a:endParaRPr/>
          </a:p>
        </p:txBody>
      </p:sp>
      <p:pic>
        <p:nvPicPr>
          <p:cNvPr id="18338933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97024" y="2711174"/>
            <a:ext cx="1771650" cy="17716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632950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76896"/>
            <a:ext cx="10656887" cy="46831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 sz="2800"/>
          </a:p>
          <a:p>
            <a:pPr>
              <a:defRPr/>
            </a:pPr>
            <a:endParaRPr/>
          </a:p>
        </p:txBody>
      </p:sp>
      <p:sp>
        <p:nvSpPr>
          <p:cNvPr id="1041825163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7" y="908049"/>
            <a:ext cx="11807824" cy="928369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>
              <a:defRPr/>
            </a:pP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Wie sind wir zu den Ergebnissen gekommen?</a:t>
            </a:r>
            <a:endParaRPr/>
          </a:p>
        </p:txBody>
      </p:sp>
      <p:sp>
        <p:nvSpPr>
          <p:cNvPr id="1962907633" name=""/>
          <p:cNvSpPr/>
          <p:nvPr/>
        </p:nvSpPr>
        <p:spPr bwMode="auto">
          <a:xfrm>
            <a:off x="5968559" y="3291840"/>
            <a:ext cx="255240" cy="3661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/>
          </a:p>
        </p:txBody>
      </p:sp>
      <p:pic>
        <p:nvPicPr>
          <p:cNvPr id="123856320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016124" y="2793999"/>
            <a:ext cx="2057400" cy="1495424"/>
          </a:xfrm>
          <a:prstGeom prst="rect">
            <a:avLst/>
          </a:prstGeom>
        </p:spPr>
      </p:pic>
      <p:pic>
        <p:nvPicPr>
          <p:cNvPr id="122489642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467529" y="2913062"/>
            <a:ext cx="1257299" cy="1257299"/>
          </a:xfrm>
          <a:prstGeom prst="rect">
            <a:avLst/>
          </a:prstGeom>
        </p:spPr>
      </p:pic>
      <p:pic>
        <p:nvPicPr>
          <p:cNvPr id="783541638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334374" y="2913062"/>
            <a:ext cx="1257299" cy="1257299"/>
          </a:xfrm>
          <a:prstGeom prst="rect">
            <a:avLst/>
          </a:prstGeom>
        </p:spPr>
      </p:pic>
      <p:cxnSp>
        <p:nvCxnSpPr>
          <p:cNvPr id="1458263251" name=""/>
          <p:cNvCxnSpPr>
            <a:stCxn id="1238563202" idx="3"/>
          </p:cNvCxnSpPr>
          <p:nvPr/>
        </p:nvCxnSpPr>
        <p:spPr bwMode="auto">
          <a:xfrm rot="0" flipH="0" flipV="0">
            <a:off x="4073524" y="3545284"/>
            <a:ext cx="1189849" cy="0"/>
          </a:xfrm>
          <a:prstGeom prst="line">
            <a:avLst/>
          </a:prstGeom>
          <a:ln w="28575" cap="flat" cmpd="sng" algn="ctr">
            <a:solidFill>
              <a:srgbClr val="4D4D4D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4698238" name=""/>
          <p:cNvCxnSpPr>
            <a:stCxn id="1224896427" idx="3"/>
            <a:endCxn id="783541638" idx="1"/>
          </p:cNvCxnSpPr>
          <p:nvPr/>
        </p:nvCxnSpPr>
        <p:spPr bwMode="auto">
          <a:xfrm rot="0" flipH="0" flipV="0">
            <a:off x="6724828" y="3541712"/>
            <a:ext cx="1609544" cy="0"/>
          </a:xfrm>
          <a:prstGeom prst="line">
            <a:avLst/>
          </a:prstGeom>
          <a:ln w="28575" cap="flat" cmpd="sng" algn="ctr">
            <a:solidFill>
              <a:srgbClr val="4D4D4D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6278253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76896"/>
            <a:ext cx="10656887" cy="468313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90000" lnSpcReduction="2000"/>
          </a:bodyPr>
          <a:lstStyle>
            <a:lvl1pPr>
              <a:defRPr sz="2800"/>
            </a:lvl1pPr>
          </a:lstStyle>
          <a:p>
            <a:pPr>
              <a:defRPr/>
            </a:pPr>
            <a:r>
              <a:rPr lang="de-DE" sz="25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5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5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 sz="2500"/>
          </a:p>
          <a:p>
            <a:pPr>
              <a:defRPr/>
            </a:pPr>
            <a:endParaRPr sz="2500"/>
          </a:p>
          <a:p>
            <a:pPr>
              <a:defRPr/>
            </a:pPr>
            <a:endParaRPr/>
          </a:p>
        </p:txBody>
      </p:sp>
      <p:sp>
        <p:nvSpPr>
          <p:cNvPr id="1163470069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7" y="908049"/>
            <a:ext cx="11807824" cy="928369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>
              <a:defRPr/>
            </a:pP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Herausforderungen &amp; Probleme</a:t>
            </a:r>
            <a:endParaRPr/>
          </a:p>
        </p:txBody>
      </p:sp>
      <p:pic>
        <p:nvPicPr>
          <p:cNvPr id="186821618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229100" y="1866899"/>
            <a:ext cx="3733799" cy="3733799"/>
          </a:xfrm>
          <a:prstGeom prst="rect">
            <a:avLst/>
          </a:prstGeom>
        </p:spPr>
      </p:pic>
      <p:pic>
        <p:nvPicPr>
          <p:cNvPr id="63304266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87904" y="2614451"/>
            <a:ext cx="3641195" cy="2035449"/>
          </a:xfrm>
          <a:prstGeom prst="rect">
            <a:avLst/>
          </a:prstGeom>
        </p:spPr>
      </p:pic>
      <p:pic>
        <p:nvPicPr>
          <p:cNvPr id="840981940" name=""/>
          <p:cNvPicPr>
            <a:picLocks noChangeAspect="1"/>
          </p:cNvPicPr>
          <p:nvPr/>
        </p:nvPicPr>
        <p:blipFill rotWithShape="1">
          <a:blip r:embed="rId5"/>
          <a:srcRect l="0" t="14542" r="50165" b="0"/>
          <a:stretch/>
        </p:blipFill>
        <p:spPr bwMode="auto">
          <a:xfrm flipH="0" flipV="0">
            <a:off x="8259231" y="2074333"/>
            <a:ext cx="3328323" cy="31156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042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3042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3042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98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0981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0981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514388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76896"/>
            <a:ext cx="10656887" cy="46831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2. Meilenstein: Design</a:t>
            </a:r>
            <a:endParaRPr sz="2800"/>
          </a:p>
          <a:p>
            <a:pPr>
              <a:defRPr/>
            </a:pPr>
            <a:endParaRPr sz="2800"/>
          </a:p>
          <a:p>
            <a:pPr>
              <a:defRPr/>
            </a:pPr>
            <a:endParaRPr sz="2800"/>
          </a:p>
          <a:p>
            <a:pPr>
              <a:defRPr/>
            </a:pPr>
            <a:endParaRPr/>
          </a:p>
        </p:txBody>
      </p:sp>
      <p:sp>
        <p:nvSpPr>
          <p:cNvPr id="794176082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7" y="908049"/>
            <a:ext cx="11807824" cy="928369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400" b="1">
                <a:solidFill>
                  <a:schemeClr val="tx1"/>
                </a:solidFill>
                <a:latin typeface="Roboto"/>
                <a:ea typeface="Roboto"/>
              </a:defRPr>
            </a:lvl1pPr>
            <a:lvl2pPr>
              <a:defRPr sz="2400">
                <a:latin typeface="Roboto"/>
                <a:ea typeface="Roboto"/>
              </a:defRPr>
            </a:lvl2pPr>
            <a:lvl3pPr>
              <a:defRPr sz="2000">
                <a:latin typeface="Roboto"/>
                <a:ea typeface="Roboto"/>
              </a:defRPr>
            </a:lvl3pPr>
            <a:lvl4pPr>
              <a:defRPr sz="2000">
                <a:latin typeface="Roboto"/>
                <a:ea typeface="Roboto"/>
              </a:defRPr>
            </a:lvl4pPr>
            <a:lvl5pPr>
              <a:defRPr sz="2000">
                <a:latin typeface="Roboto"/>
                <a:ea typeface="Roboto"/>
              </a:defRPr>
            </a:lvl5pPr>
          </a:lstStyle>
          <a:p>
            <a:pPr>
              <a:defRPr/>
            </a:pPr>
            <a:r>
              <a:rPr lang="de-DE" sz="24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Feedback</a:t>
            </a:r>
            <a:endParaRPr/>
          </a:p>
        </p:txBody>
      </p:sp>
      <p:pic>
        <p:nvPicPr>
          <p:cNvPr id="45262710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666875" y="1836419"/>
            <a:ext cx="8858250" cy="3876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C Startfolie">
  <a:themeElements>
    <a:clrScheme name="Benutzerdefiniert 1">
      <a:dk1>
        <a:srgbClr val="000000"/>
      </a:dk1>
      <a:lt1>
        <a:srgbClr val="FFFFFF"/>
      </a:lt1>
      <a:dk2>
        <a:srgbClr val="7F7F7F"/>
      </a:dk2>
      <a:lt2>
        <a:srgbClr val="FFFFFF"/>
      </a:lt2>
      <a:accent1>
        <a:srgbClr val="005F50"/>
      </a:accent1>
      <a:accent2>
        <a:srgbClr val="4A8246"/>
      </a:accent2>
      <a:accent3>
        <a:srgbClr val="00C6A7"/>
      </a:accent3>
      <a:accent4>
        <a:srgbClr val="F2F2F2"/>
      </a:accent4>
      <a:accent5>
        <a:srgbClr val="92D050"/>
      </a:accent5>
      <a:accent6>
        <a:srgbClr val="00322A"/>
      </a:accent6>
      <a:hlink>
        <a:srgbClr val="005F50"/>
      </a:hlink>
      <a:folHlink>
        <a:srgbClr val="00AC8F"/>
      </a:folHlink>
    </a:clrScheme>
    <a:fontScheme name="4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arissa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>
    <a:extraClrScheme>
      <a:clrScheme name="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UC Folgefolien ">
  <a:themeElements>
    <a:clrScheme name="Benutzerdefiniert 2">
      <a:dk1>
        <a:srgbClr val="000000"/>
      </a:dk1>
      <a:lt1>
        <a:srgbClr val="FFFFFF"/>
      </a:lt1>
      <a:dk2>
        <a:srgbClr val="7F7F7F"/>
      </a:dk2>
      <a:lt2>
        <a:srgbClr val="FFFFFF"/>
      </a:lt2>
      <a:accent1>
        <a:srgbClr val="005F50"/>
      </a:accent1>
      <a:accent2>
        <a:srgbClr val="4A8246"/>
      </a:accent2>
      <a:accent3>
        <a:srgbClr val="00C6A7"/>
      </a:accent3>
      <a:accent4>
        <a:srgbClr val="F2F2F2"/>
      </a:accent4>
      <a:accent5>
        <a:srgbClr val="92D050"/>
      </a:accent5>
      <a:accent6>
        <a:srgbClr val="00322A"/>
      </a:accent6>
      <a:hlink>
        <a:srgbClr val="005F50"/>
      </a:hlink>
      <a:folHlink>
        <a:srgbClr val="00AC8F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Larissa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ONLYOFFICE/9.1.0.167</Application>
  <PresentationFormat>On-screen Show (4:3)</PresentationFormat>
  <Paragraphs>0</Paragraphs>
  <Slides>33</Slides>
  <Notes>33</Notes>
  <HiddenSlides>0</HiddenSlides>
  <MMClips>2</MMClips>
  <ScaleCrop>0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35" baseType="lpstr">
      <vt:lpstr>Theme 1</vt:lpstr>
      <vt:lpstr>Theme 2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Manager/>
  <Company>TU Chemnitz</Company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Meilenstein: Design</dc:title>
  <dc:subject/>
  <dc:creator>Sepp Stage;Josias Krahl;Julian Fedas;Vanessa Vorpagel</dc:creator>
  <cp:keywords/>
  <dc:description/>
  <cp:lastModifiedBy/>
  <cp:revision>7</cp:revision>
  <dcterms:created xsi:type="dcterms:W3CDTF">2022-09-28T06:36:00Z</dcterms:created>
  <dcterms:modified xsi:type="dcterms:W3CDTF">2025-11-25T18:30:52Z</dcterms:modified>
  <cp:category>Corporate Design der TU Chemnitz</cp:category>
</cp:coreProperties>
</file>