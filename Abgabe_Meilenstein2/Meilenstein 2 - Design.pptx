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35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6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34.xml" ContentType="application/vnd.openxmlformats-officedocument.presentationml.notesSlide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notesSlides/notesSlide3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ppt/slides/slide32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3.xml" ContentType="application/vnd.openxmlformats-officedocument.theme+xml"/>
  <Override PartName="/ppt/notesSlides/notesSlide31.xml" ContentType="application/vnd.openxmlformats-officedocument.presentationml.notesSlide+xml"/>
  <Override PartName="/ppt/notesSlides/notesSlide28.xml" ContentType="application/vnd.openxmlformats-officedocument.presentationml.notesSlide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s/slide5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29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27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howSpecialPlsOnTitleSld="0">
  <p:sldMasterIdLst>
    <p:sldMasterId id="2147483648" r:id="rId1"/>
    <p:sldMasterId id="2147483653" r:id="rId2"/>
  </p:sldMasterIdLst>
  <p:notesMasterIdLst>
    <p:notesMasterId r:id="rId4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12192000" cy="6858000"/>
  <p:notesSz cx="9928225" cy="6797675"/>
  <p:defaultTextStyle>
    <a:defPPr>
      <a:defRPr lang="de-DE"/>
    </a:defPPr>
    <a:lvl1pPr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1pPr>
    <a:lvl2pPr marL="4572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2pPr>
    <a:lvl3pPr marL="9144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3pPr>
    <a:lvl4pPr marL="13716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4pPr>
    <a:lvl5pPr marL="1828800" algn="l" rtl="0">
      <a:spcBef>
        <a:spcPts val="0"/>
      </a:spcBef>
      <a:spcAft>
        <a:spcPts val="0"/>
      </a:spcAft>
      <a:defRPr>
        <a:solidFill>
          <a:schemeClr val="tx1"/>
        </a:solidFill>
        <a:latin typeface="Arial"/>
        <a:ea typeface="+mn-ea"/>
        <a:cs typeface="Arial"/>
      </a:defRPr>
    </a:lvl5pPr>
    <a:lvl6pPr marL="2286000" algn="l" defTabSz="914400" rtl="0">
      <a:defRPr>
        <a:solidFill>
          <a:schemeClr val="tx1"/>
        </a:solidFill>
        <a:latin typeface="Arial"/>
        <a:ea typeface="+mn-ea"/>
        <a:cs typeface="Arial"/>
      </a:defRPr>
    </a:lvl6pPr>
    <a:lvl7pPr marL="2743200" algn="l" defTabSz="914400" rtl="0">
      <a:defRPr>
        <a:solidFill>
          <a:schemeClr val="tx1"/>
        </a:solidFill>
        <a:latin typeface="Arial"/>
        <a:ea typeface="+mn-ea"/>
        <a:cs typeface="Arial"/>
      </a:defRPr>
    </a:lvl7pPr>
    <a:lvl8pPr marL="3200400" algn="l" defTabSz="914400" rtl="0">
      <a:defRPr>
        <a:solidFill>
          <a:schemeClr val="tx1"/>
        </a:solidFill>
        <a:latin typeface="Arial"/>
        <a:ea typeface="+mn-ea"/>
        <a:cs typeface="Arial"/>
      </a:defRPr>
    </a:lvl8pPr>
    <a:lvl9pPr marL="3657600" algn="l" defTabSz="914400" rtl="0">
      <a:defRPr>
        <a:solidFill>
          <a:schemeClr val="tx1"/>
        </a:solidFill>
        <a:latin typeface="Arial"/>
        <a:ea typeface="+mn-ea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20" d="100"/>
          <a:sy n="120" d="100"/>
        </p:scale>
        <p:origin x="120" y="3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theme" Target="theme/theme3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 /><Relationship Id="rId43" Type="http://schemas.openxmlformats.org/officeDocument/2006/relationships/tableStyles" Target="tableStyles.xml" /><Relationship Id="rId4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3512111" name="Rectangle 2"/>
          <p:cNvSpPr>
            <a:spLocks noChangeArrowheads="1" noGrp="1"/>
          </p:cNvSpPr>
          <p:nvPr>
            <p:ph type="hdr" sz="quarter"/>
          </p:nvPr>
        </p:nvSpPr>
        <p:spPr bwMode="auto">
          <a:xfrm>
            <a:off x="0" y="0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t" anchorCtr="0" compatLnSpc="1">
            <a:prstTxWarp prst="textNoShape"/>
          </a:bodyPr>
          <a:lstStyle>
            <a:lvl1pPr algn="l">
              <a:defRPr sz="120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409069313" name="Rectangle 3"/>
          <p:cNvSpPr>
            <a:spLocks noChangeArrowheads="1" noGrp="1"/>
          </p:cNvSpPr>
          <p:nvPr>
            <p:ph type="dt" idx="1"/>
          </p:nvPr>
        </p:nvSpPr>
        <p:spPr bwMode="auto">
          <a:xfrm>
            <a:off x="5622594" y="0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t" anchorCtr="0" compatLnSpc="1">
            <a:prstTxWarp prst="textNoShape"/>
          </a:bodyPr>
          <a:lstStyle>
            <a:lvl1pPr algn="r">
              <a:defRPr sz="120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639833030" name="Rectangle 4"/>
          <p:cNvSpPr>
            <a:spLocks noChangeArrowheads="1" noChangeAspect="1" noGrp="1" noRot="1" noTextEdit="1"/>
          </p:cNvSpPr>
          <p:nvPr>
            <p:ph type="sldImg" idx="2"/>
          </p:nvPr>
        </p:nvSpPr>
        <p:spPr bwMode="auto">
          <a:xfrm>
            <a:off x="2698750" y="509588"/>
            <a:ext cx="4530725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289584607" name="Rectangle 5"/>
          <p:cNvSpPr>
            <a:spLocks noChangeArrowheads="1" noGrp="1"/>
          </p:cNvSpPr>
          <p:nvPr>
            <p:ph type="body" sz="quarter" idx="3"/>
          </p:nvPr>
        </p:nvSpPr>
        <p:spPr bwMode="auto">
          <a:xfrm>
            <a:off x="992360" y="3228190"/>
            <a:ext cx="7943508" cy="305971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t" anchorCtr="0" compatLnSpc="1">
            <a:prstTxWarp prst="textNoShape"/>
          </a:bodyPr>
          <a:lstStyle/>
          <a:p>
            <a:pPr lvl="0">
              <a:defRPr/>
            </a:pPr>
            <a:r>
              <a:rPr lang="de-DE"/>
              <a:t>Textmasterformate durch Klicken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094398625" name="Rectangle 6"/>
          <p:cNvSpPr>
            <a:spLocks noChangeArrowheads="1" noGrp="1"/>
          </p:cNvSpPr>
          <p:nvPr>
            <p:ph type="ftr" sz="quarter" idx="4"/>
          </p:nvPr>
        </p:nvSpPr>
        <p:spPr bwMode="auto">
          <a:xfrm>
            <a:off x="0" y="6456379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b" anchorCtr="0" compatLnSpc="1">
            <a:prstTxWarp prst="textNoShape"/>
          </a:bodyPr>
          <a:lstStyle>
            <a:lvl1pPr algn="l">
              <a:defRPr sz="1200">
                <a:latin typeface="Arial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72630038" name="Rectangle 7"/>
          <p:cNvSpPr>
            <a:spLocks noChangeArrowheads="1" noGrp="1"/>
          </p:cNvSpPr>
          <p:nvPr>
            <p:ph type="sldNum" sz="quarter" idx="5"/>
          </p:nvPr>
        </p:nvSpPr>
        <p:spPr bwMode="auto">
          <a:xfrm>
            <a:off x="5622594" y="6456379"/>
            <a:ext cx="4303314" cy="34021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2153" tIns="46077" rIns="92153" bIns="46077" numCol="1" anchor="b" anchorCtr="0" compatLnSpc="1">
            <a:prstTxWarp prst="textNoShape"/>
          </a:bodyPr>
          <a:lstStyle>
            <a:lvl1pPr algn="r">
              <a:defRPr sz="1200"/>
            </a:lvl1pPr>
          </a:lstStyle>
          <a:p>
            <a:pPr>
              <a:defRPr/>
            </a:pPr>
            <a:fld id="{5EB2B633-7BEC-49A7-B3BF-92E0C7E450E6}" type="slidenum">
              <a:rPr lang="de-DE"/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1pPr>
    <a:lvl2pPr marL="4572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2pPr>
    <a:lvl3pPr marL="9144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3pPr>
    <a:lvl4pPr marL="13716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4pPr>
    <a:lvl5pPr marL="1828800" algn="l" rtl="0">
      <a:spcBef>
        <a:spcPts val="0"/>
      </a:spcBef>
      <a:spcAft>
        <a:spcPts val="0"/>
      </a:spcAft>
      <a:defRPr sz="1200">
        <a:solidFill>
          <a:schemeClr val="tx1"/>
        </a:solidFill>
        <a:latin typeface="Arial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 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 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8401681" name="Folienbildplatzhalt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50092914" name="Notizenplatzhalt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95691313" name="Foliennummernplatzhalt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5EB2B633-7BEC-49A7-B3BF-92E0C7E450E6}" type="slidenum">
              <a:rPr lang="de-DE"/>
              <a:t>1</a:t>
            </a:fld>
            <a:endParaRPr lang="de-DE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5691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354948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8787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C52BDD-6E07-A921-BE07-B3AA5F72561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72441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82760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0520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4566AF-2467-8643-6028-CB8D2C56AA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87742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4623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9829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AC8061-9E72-9C5A-30CE-45D425BA29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2882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4896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6705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09F55-63CA-D4B3-B056-F57F916715B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825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742834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961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3BAECC-4784-02B8-EAF1-EC6BA4BC91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36714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2717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5465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7E7979-0E94-38B9-BEE9-966FEC3C9E7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830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57542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5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66D569-23EF-220D-C7DD-40D032336F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09384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394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526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D47ACF-6C0C-ED66-C3BC-99C529977E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6437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5716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8066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72706B-BE10-888A-D3E5-9D63BBF515D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27980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4363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1021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4E0BC-9DC7-8295-D71D-21892C22D34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297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85169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2506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624C27-0253-1845-42F5-498E0D0FDF3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44907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40699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950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9E14B6-0629-C3B8-4CF5-D445F31575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97347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9138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9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D6460B-2C88-82D2-5D31-1042AAD805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058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7026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68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10FCB0-3E98-968C-B0B2-0287BDB10BE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8360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3917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503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D21FE3-5EC0-4FBE-39B5-E2E1403D8A8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58266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85083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11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436C33-A793-DC0C-D886-737105F4E2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5565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2822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767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26102-BFD8-FE67-7468-C70F51C79F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55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44412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3920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1BE003-CFF8-4C74-1638-30EECC7CD6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5378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51950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452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96B257-601E-8103-1EC3-20E0E6D81BB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6235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5801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0493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0CD32-26B6-82E9-D3B6-42302AAD5F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756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13385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0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C7BDF91-A26C-DE79-7FC6-06E1D9AE4B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34877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2976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971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BB2774-81B2-C28B-EB10-691B19DF1C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4670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07896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1751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BCEDEC-53A6-EEB4-2CEB-D0678ED6D4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062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291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3809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28ECBE-2D41-AFAD-BE06-8B27AEDB0E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39467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90474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3164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519809-CA9D-1473-773F-D5FCCD3A77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81511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5490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9973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2D20D-7AE4-37AB-4C14-B64AC56EC8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59025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51054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032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68C7A6-9EC5-06EE-1DA0-7229DF6F605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5176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105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72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C29C5B-DAFA-0FEC-3779-99EF9D0E3FF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7534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90205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306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A1C2D1-E5A2-E675-2938-C2D1C5FF68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324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04266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77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E00DAE-B1D1-4A29-5DD7-6091E9C9856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8817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1385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41352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FDF7B2-D31A-F20C-89ED-80ADFBC034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19408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3715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1007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68A0C1-A565-2443-A3AF-8BA9516F34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47335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65867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142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1FBFE6-B6EF-4969-0F20-A7B390CB9C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25176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47068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46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6115E83-2554-AFFF-9315-394E5E7602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iegma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3589597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lang="de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Adelsber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23609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642219285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334963" y="1776095"/>
            <a:ext cx="11557000" cy="44894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93057270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0" y="2420938"/>
            <a:ext cx="271145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506885297" name="Bildplatzhalter 2"/>
          <p:cNvSpPr>
            <a:spLocks noGrp="1"/>
          </p:cNvSpPr>
          <p:nvPr>
            <p:ph type="pic" sz="quarter" idx="14"/>
          </p:nvPr>
        </p:nvSpPr>
        <p:spPr bwMode="auto">
          <a:xfrm>
            <a:off x="2711450" y="2420938"/>
            <a:ext cx="5225098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053497780" name="Bildplatzhalter 2"/>
          <p:cNvSpPr>
            <a:spLocks noGrp="1"/>
          </p:cNvSpPr>
          <p:nvPr>
            <p:ph type="pic" sz="quarter" idx="15"/>
          </p:nvPr>
        </p:nvSpPr>
        <p:spPr bwMode="auto">
          <a:xfrm>
            <a:off x="7940040" y="2420938"/>
            <a:ext cx="4251960" cy="2440622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902824997" name="Bildplatzhalter 4"/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334963" y="5200967"/>
            <a:ext cx="1404937" cy="9998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Logo</a:t>
            </a:r>
            <a:endParaRPr/>
          </a:p>
        </p:txBody>
      </p:sp>
      <p:sp>
        <p:nvSpPr>
          <p:cNvPr id="150128585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2387601" y="5139267"/>
            <a:ext cx="9504362" cy="106150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None/>
              <a:defRPr sz="2000"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Glös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1242641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2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334945498" name="Bildplatzhalter 4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334963" y="1844675"/>
            <a:ext cx="1404937" cy="1381125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Logo</a:t>
            </a:r>
            <a:endParaRPr/>
          </a:p>
        </p:txBody>
      </p:sp>
      <p:sp>
        <p:nvSpPr>
          <p:cNvPr id="2119615894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2711449" y="1775461"/>
            <a:ext cx="9180513" cy="51816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517551816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2711450" y="2420938"/>
            <a:ext cx="9480550" cy="4096740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Kaßber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39002" name="Titelplatzhalter 25"/>
          <p:cNvSpPr>
            <a:spLocks noGrp="1"/>
          </p:cNvSpPr>
          <p:nvPr>
            <p:ph type="title"/>
          </p:nvPr>
        </p:nvSpPr>
        <p:spPr bwMode="auto">
          <a:xfrm>
            <a:off x="2387600" y="266700"/>
            <a:ext cx="9504363" cy="89376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 lang="de-DE"/>
          </a:p>
        </p:txBody>
      </p:sp>
      <p:sp>
        <p:nvSpPr>
          <p:cNvPr id="1520365714" name="Bildplatzhalter 2"/>
          <p:cNvSpPr>
            <a:spLocks noGrp="1"/>
          </p:cNvSpPr>
          <p:nvPr>
            <p:ph type="pic" sz="quarter" idx="14"/>
          </p:nvPr>
        </p:nvSpPr>
        <p:spPr bwMode="auto">
          <a:xfrm>
            <a:off x="0" y="1484313"/>
            <a:ext cx="316992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374214044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3177540" y="1484313"/>
            <a:ext cx="4930140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35884446" name="Bildplatzhalter 2"/>
          <p:cNvSpPr>
            <a:spLocks noGrp="1"/>
          </p:cNvSpPr>
          <p:nvPr>
            <p:ph type="pic" sz="quarter" idx="15"/>
          </p:nvPr>
        </p:nvSpPr>
        <p:spPr bwMode="auto">
          <a:xfrm>
            <a:off x="8115300" y="1484313"/>
            <a:ext cx="4076699" cy="318674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 lang="de-DE"/>
          </a:p>
        </p:txBody>
      </p:sp>
      <p:sp>
        <p:nvSpPr>
          <p:cNvPr id="1600419347" name="Textplatzhalter 7"/>
          <p:cNvSpPr>
            <a:spLocks noGrp="1"/>
          </p:cNvSpPr>
          <p:nvPr>
            <p:ph type="body" sz="quarter" idx="13"/>
          </p:nvPr>
        </p:nvSpPr>
        <p:spPr bwMode="auto">
          <a:xfrm>
            <a:off x="334963" y="4938395"/>
            <a:ext cx="11557000" cy="1262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Reichenhai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99511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/>
          </a:p>
        </p:txBody>
      </p:sp>
      <p:sp>
        <p:nvSpPr>
          <p:cNvPr id="107069909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2080246411" name="Textplatzhalter 7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192088" y="1996440"/>
            <a:ext cx="11807825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ub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929972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05936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/>
          </a:p>
        </p:txBody>
      </p:sp>
      <p:sp>
        <p:nvSpPr>
          <p:cNvPr id="148858789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291246296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9" y="2060575"/>
            <a:ext cx="5795962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296774654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6203950" y="2060574"/>
            <a:ext cx="5795963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insied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204997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00128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211850450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198469972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9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280927540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192088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  <p:sp>
        <p:nvSpPr>
          <p:cNvPr id="987999972" name="Bildplatzhalter 2"/>
          <p:cNvSpPr>
            <a:spLocks noGrp="1"/>
          </p:cNvSpPr>
          <p:nvPr>
            <p:ph type="pic" sz="quarter" idx="15"/>
          </p:nvPr>
        </p:nvSpPr>
        <p:spPr bwMode="auto">
          <a:xfrm>
            <a:off x="6203951" y="2060575"/>
            <a:ext cx="5795962" cy="2366645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59067157" name="Textplatzhalter 7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6203950" y="4618672"/>
            <a:ext cx="5795962" cy="17265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Rabenstei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791681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88512"/>
            <a:ext cx="10656888" cy="46831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96785392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955037915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9" y="2060575"/>
            <a:ext cx="3708399" cy="4284663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635137572" name="Textplatzhalter 7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4116387" y="2060574"/>
            <a:ext cx="7883525" cy="42846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rfenschlag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04126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/>
          </a:p>
        </p:txBody>
      </p:sp>
      <p:sp>
        <p:nvSpPr>
          <p:cNvPr id="1388537457" name="Bildplatzhalter 4"/>
          <p:cNvSpPr>
            <a:spLocks noGrp="1"/>
          </p:cNvSpPr>
          <p:nvPr>
            <p:ph type="pic" sz="quarter" idx="12" hasCustomPrompt="1"/>
          </p:nvPr>
        </p:nvSpPr>
        <p:spPr bwMode="auto">
          <a:xfrm>
            <a:off x="192088" y="908050"/>
            <a:ext cx="790576" cy="928370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Logo</a:t>
            </a:r>
            <a:endParaRPr/>
          </a:p>
        </p:txBody>
      </p:sp>
      <p:sp>
        <p:nvSpPr>
          <p:cNvPr id="87640363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58925" y="908050"/>
            <a:ext cx="10440988" cy="928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503695725" name="Textplatzhalter 7"/>
          <p:cNvSpPr>
            <a:spLocks noGrp="1"/>
          </p:cNvSpPr>
          <p:nvPr>
            <p:ph type="body" sz="quarter" idx="11"/>
          </p:nvPr>
        </p:nvSpPr>
        <p:spPr bwMode="auto">
          <a:xfrm>
            <a:off x="1558925" y="1996440"/>
            <a:ext cx="10440988" cy="434879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Gablenz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98792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152400"/>
            <a:ext cx="10656888" cy="4683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/>
              <a:t>Titelmasterformat durch Klicken bearbeiten</a:t>
            </a:r>
            <a:endParaRPr/>
          </a:p>
        </p:txBody>
      </p:sp>
      <p:sp>
        <p:nvSpPr>
          <p:cNvPr id="71720399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8" y="908050"/>
            <a:ext cx="11807825" cy="46831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</p:txBody>
      </p:sp>
      <p:sp>
        <p:nvSpPr>
          <p:cNvPr id="1634775225" name="Bildplatzhalter 2"/>
          <p:cNvSpPr>
            <a:spLocks noGrp="1"/>
          </p:cNvSpPr>
          <p:nvPr>
            <p:ph type="pic" sz="quarter" idx="10"/>
          </p:nvPr>
        </p:nvSpPr>
        <p:spPr bwMode="auto">
          <a:xfrm>
            <a:off x="192088" y="1376363"/>
            <a:ext cx="3779837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475350880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192088" y="3497580"/>
            <a:ext cx="3779837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511010009" name="Bildplatzhalter 2"/>
          <p:cNvSpPr>
            <a:spLocks noGrp="1"/>
          </p:cNvSpPr>
          <p:nvPr>
            <p:ph type="pic" sz="quarter" idx="18"/>
          </p:nvPr>
        </p:nvSpPr>
        <p:spPr bwMode="auto">
          <a:xfrm>
            <a:off x="4151784" y="1376363"/>
            <a:ext cx="385239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680755502" name="Textplatzhalter 7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151313" y="3497580"/>
            <a:ext cx="3852862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027266838" name="Bildplatzhalter 2"/>
          <p:cNvSpPr>
            <a:spLocks noGrp="1"/>
          </p:cNvSpPr>
          <p:nvPr>
            <p:ph type="pic" sz="quarter" idx="19"/>
          </p:nvPr>
        </p:nvSpPr>
        <p:spPr bwMode="auto">
          <a:xfrm>
            <a:off x="8184232" y="1376363"/>
            <a:ext cx="3815681" cy="1907857"/>
          </a:xfrm>
          <a:prstGeom prst="rect">
            <a:avLst/>
          </a:prstGeom>
        </p:spPr>
        <p:txBody>
          <a:bodyPr anchor="b" anchorCtr="0"/>
          <a:lstStyle>
            <a:lvl1pPr marL="0" indent="0" algn="ctr">
              <a:buNone/>
              <a:defRPr sz="2000">
                <a:latin typeface="Roboto"/>
                <a:ea typeface="Roboto"/>
              </a:defRPr>
            </a:lvl1pPr>
          </a:lstStyle>
          <a:p>
            <a:pPr>
              <a:defRPr/>
            </a:pPr>
            <a:r>
              <a:rPr lang="de-DE"/>
              <a:t>Bild durch Klicken auf Symbol hinzufügen</a:t>
            </a:r>
            <a:endParaRPr/>
          </a:p>
        </p:txBody>
      </p:sp>
      <p:sp>
        <p:nvSpPr>
          <p:cNvPr id="1134578645" name="Textplatzhalter 7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8183563" y="3497580"/>
            <a:ext cx="3816350" cy="284765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000">
                <a:latin typeface="Roboto"/>
                <a:ea typeface="Roboto"/>
              </a:defRPr>
            </a:lvl1pPr>
            <a:lvl2pPr>
              <a:defRPr sz="20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 lvl="0">
              <a:defRPr/>
            </a:pPr>
            <a:r>
              <a:rPr lang="de-DE"/>
              <a:t>Textmasterformat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theme" Target="../theme/theme2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3315859" name="Rechteck 8"/>
          <p:cNvSpPr/>
          <p:nvPr userDrawn="1"/>
        </p:nvSpPr>
        <p:spPr bwMode="auto">
          <a:xfrm>
            <a:off x="0" y="0"/>
            <a:ext cx="12192000" cy="151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de-DE"/>
          </a:p>
        </p:txBody>
      </p:sp>
      <p:cxnSp>
        <p:nvCxnSpPr>
          <p:cNvPr id="479672750" name="Gerader Verbinder 13"/>
          <p:cNvCxnSpPr/>
          <p:nvPr userDrawn="1"/>
        </p:nvCxnSpPr>
        <p:spPr bwMode="auto">
          <a:xfrm>
            <a:off x="2061369" y="333375"/>
            <a:ext cx="0" cy="82708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2574443" name="Gerader Verbinder 9"/>
          <p:cNvCxnSpPr/>
          <p:nvPr userDrawn="1"/>
        </p:nvCxnSpPr>
        <p:spPr bwMode="auto">
          <a:xfrm>
            <a:off x="0" y="6525344"/>
            <a:ext cx="12192000" cy="1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116805" name="Rectangle 4"/>
          <p:cNvSpPr txBox="1">
            <a:spLocks noChangeArrowheads="1"/>
          </p:cNvSpPr>
          <p:nvPr userDrawn="1"/>
        </p:nvSpPr>
        <p:spPr bwMode="auto">
          <a:xfrm flipH="0" flipV="0">
            <a:off x="192088" y="6525344"/>
            <a:ext cx="7568622" cy="33424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>
              <a:defRPr/>
            </a:pPr>
            <a:r>
              <a:rPr lang="de-DE" sz="1400">
                <a:latin typeface="Roboto"/>
                <a:ea typeface="Roboto"/>
              </a:rPr>
              <a:t>Chemnitz</a:t>
            </a:r>
            <a:r>
              <a:rPr lang="de-DE" sz="1400">
                <a:solidFill>
                  <a:schemeClr val="tx1"/>
                </a:solidFill>
                <a:latin typeface="Roboto"/>
                <a:ea typeface="Roboto"/>
                <a:cs typeface="Arial"/>
              </a:rPr>
              <a:t> ∙ 26</a:t>
            </a:r>
            <a:r>
              <a:rPr lang="de-DE" sz="1400">
                <a:latin typeface="Roboto"/>
                <a:ea typeface="Roboto"/>
              </a:rPr>
              <a:t>. </a:t>
            </a:r>
            <a:r>
              <a:rPr lang="de-DE" sz="14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November</a:t>
            </a:r>
            <a:r>
              <a:rPr lang="de-DE" sz="1400">
                <a:latin typeface="Roboto"/>
                <a:ea typeface="Roboto"/>
              </a:rPr>
              <a:t> </a:t>
            </a:r>
            <a:r>
              <a:rPr lang="de-DE" sz="1400">
                <a:latin typeface="Roboto"/>
                <a:ea typeface="Roboto"/>
              </a:rPr>
              <a:t>2025</a:t>
            </a:r>
            <a:r>
              <a:rPr lang="de-DE" sz="1400">
                <a:solidFill>
                  <a:schemeClr val="tx1"/>
                </a:solidFill>
                <a:latin typeface="Roboto"/>
                <a:ea typeface="Roboto"/>
                <a:cs typeface="Arial"/>
              </a:rPr>
              <a:t> ∙ </a:t>
            </a:r>
            <a:r>
              <a:rPr lang="de-DE" sz="14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Sepp Stage, Josias Krahl, Julian Fedas, Vanessa Vorpagel</a:t>
            </a:r>
            <a:endParaRPr/>
          </a:p>
        </p:txBody>
      </p:sp>
      <p:sp>
        <p:nvSpPr>
          <p:cNvPr id="1155119534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 algn="r">
              <a:defRPr/>
            </a:pPr>
            <a:r>
              <a:rPr lang="de-DE" sz="1400">
                <a:latin typeface="Roboto"/>
                <a:ea typeface="Roboto"/>
              </a:rPr>
              <a:t>www.tu-chemnitz.de</a:t>
            </a:r>
            <a:endParaRPr/>
          </a:p>
        </p:txBody>
      </p:sp>
      <p:pic>
        <p:nvPicPr>
          <p:cNvPr id="530913300" name="Grafik 2" title="Logo der TU Chemnitz mit Bezug zur Kulturhauptstadt 2025"/>
          <p:cNvPicPr>
            <a:picLocks noChangeAspect="1"/>
          </p:cNvPicPr>
          <p:nvPr userDrawn="1"/>
        </p:nvPicPr>
        <p:blipFill rotWithShape="1">
          <a:blip r:embed="rId6"/>
          <a:stretch/>
        </p:blipFill>
        <p:spPr bwMode="auto">
          <a:xfrm>
            <a:off x="334963" y="333375"/>
            <a:ext cx="1388034" cy="8270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1" ftr="1" hdr="0" sldNum="1"/>
  <p:txStyles>
    <p:titleStyle>
      <a:lvl1pPr algn="l" rtl="0">
        <a:spcBef>
          <a:spcPts val="0"/>
        </a:spcBef>
        <a:spcAft>
          <a:spcPts val="0"/>
        </a:spcAft>
        <a:defRPr sz="2800" b="0">
          <a:solidFill>
            <a:schemeClr val="bg1"/>
          </a:solidFill>
          <a:latin typeface="Roboto"/>
          <a:ea typeface="Roboto"/>
          <a:cs typeface="+mj-cs"/>
        </a:defRPr>
      </a:lvl1pPr>
      <a:lvl2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2pPr>
      <a:lvl3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3pPr>
      <a:lvl4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4pPr>
      <a:lvl5pPr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5pPr>
      <a:lvl6pPr marL="4572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6pPr>
      <a:lvl7pPr marL="9144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7pPr>
      <a:lvl8pPr marL="13716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8pPr>
      <a:lvl9pPr marL="1828800" algn="ctr" rtl="0">
        <a:spcBef>
          <a:spcPts val="0"/>
        </a:spcBef>
        <a:spcAft>
          <a:spcPts val="0"/>
        </a:spcAft>
        <a:defRPr sz="4400">
          <a:solidFill>
            <a:schemeClr val="tx2"/>
          </a:solidFill>
          <a:latin typeface="Arial"/>
          <a:cs typeface="Arial"/>
        </a:defRPr>
      </a:lvl9pPr>
    </p:titleStyle>
    <p:bodyStyle>
      <a:lvl1pPr marL="342900" indent="-342900" algn="l" rtl="0">
        <a:spcBef>
          <a:spcPts val="0"/>
        </a:spcBef>
        <a:spcAft>
          <a:spcPts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>
        <a:spcBef>
          <a:spcPts val="0"/>
        </a:spcBef>
        <a:spcAft>
          <a:spcPts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>
        <a:spcBef>
          <a:spcPts val="0"/>
        </a:spcBef>
        <a:spcAft>
          <a:spcPts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>
        <a:spcBef>
          <a:spcPts val="0"/>
        </a:spcBef>
        <a:spcAft>
          <a:spcPts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>
        <a:spcBef>
          <a:spcPts val="0"/>
        </a:spcBef>
        <a:spcAft>
          <a:spcPts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3241752" name="Rechteck 8"/>
          <p:cNvSpPr/>
          <p:nvPr userDrawn="1"/>
        </p:nvSpPr>
        <p:spPr bwMode="auto">
          <a:xfrm>
            <a:off x="0" y="274"/>
            <a:ext cx="12192000" cy="7647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de-DE"/>
          </a:p>
        </p:txBody>
      </p:sp>
      <p:cxnSp>
        <p:nvCxnSpPr>
          <p:cNvPr id="650464886" name="Gerader Verbinder 10"/>
          <p:cNvCxnSpPr/>
          <p:nvPr userDrawn="1"/>
        </p:nvCxnSpPr>
        <p:spPr bwMode="auto">
          <a:xfrm>
            <a:off x="1166867" y="152713"/>
            <a:ext cx="0" cy="46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0367929" name="Gerader Verbinder 32"/>
          <p:cNvCxnSpPr/>
          <p:nvPr userDrawn="1"/>
        </p:nvCxnSpPr>
        <p:spPr bwMode="auto">
          <a:xfrm>
            <a:off x="0" y="6525344"/>
            <a:ext cx="12192000" cy="0"/>
          </a:xfrm>
          <a:prstGeom prst="line">
            <a:avLst/>
          </a:prstGeom>
          <a:ln w="12700">
            <a:solidFill>
              <a:schemeClr val="tx1"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4100576" name="Rectangle 5"/>
          <p:cNvSpPr txBox="1">
            <a:spLocks noChangeArrowheads="1"/>
          </p:cNvSpPr>
          <p:nvPr userDrawn="1"/>
        </p:nvSpPr>
        <p:spPr bwMode="auto">
          <a:xfrm>
            <a:off x="8252460" y="6525345"/>
            <a:ext cx="3747453" cy="334244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 algn="r">
              <a:defRPr/>
            </a:pPr>
            <a:r>
              <a:rPr lang="de-DE" sz="1400">
                <a:latin typeface="Roboto"/>
                <a:ea typeface="Roboto"/>
              </a:rPr>
              <a:t>www.tu-chemnitz.de</a:t>
            </a:r>
            <a:endParaRPr/>
          </a:p>
        </p:txBody>
      </p:sp>
      <p:sp>
        <p:nvSpPr>
          <p:cNvPr id="2032284800" name="Fußzeilenplatzhalter 4"/>
          <p:cNvSpPr txBox="1"/>
          <p:nvPr userDrawn="1"/>
        </p:nvSpPr>
        <p:spPr bwMode="auto">
          <a:xfrm flipH="0" flipV="0">
            <a:off x="7568463" y="6526932"/>
            <a:ext cx="2680436" cy="332655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/>
                </a:solidFill>
                <a:latin typeface="Roboto Condensed"/>
                <a:ea typeface="Roboto Condensed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 algn="ctr">
              <a:defRPr/>
            </a:pPr>
            <a:fld id="{72C5D026-0A5E-414E-BDD7-AEAAC7E56A8F}" type="slidenum">
              <a:rPr lang="de-DE" sz="1400">
                <a:latin typeface="Roboto"/>
                <a:ea typeface="Roboto"/>
              </a:rPr>
              <a:t>‹Nr.›</a:t>
            </a:fld>
            <a:endParaRPr lang="de-DE" sz="1400">
              <a:latin typeface="Roboto"/>
              <a:ea typeface="Roboto"/>
            </a:endParaRPr>
          </a:p>
        </p:txBody>
      </p:sp>
      <p:sp>
        <p:nvSpPr>
          <p:cNvPr id="1023199308" name="Rectangle 4"/>
          <p:cNvSpPr txBox="1">
            <a:spLocks noChangeArrowheads="1"/>
          </p:cNvSpPr>
          <p:nvPr userDrawn="1"/>
        </p:nvSpPr>
        <p:spPr bwMode="auto">
          <a:xfrm flipH="0" flipV="0">
            <a:off x="192088" y="6525344"/>
            <a:ext cx="7376374" cy="33424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0" numCol="1" anchor="ctr" anchorCtr="0" compatLnSpc="1">
            <a:prstTxWarp prst="textNoShape"/>
          </a:bodyPr>
          <a:lstStyle>
            <a:defPPr>
              <a:defRPr lang="de-DE"/>
            </a:defPPr>
            <a:lvl1pPr algn="l" rtl="0"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  <a:latin typeface="InfoDispRegular-Roman"/>
                <a:ea typeface="+mn-ea"/>
                <a:cs typeface="Arial"/>
              </a:defRPr>
            </a:lvl1pPr>
            <a:lvl2pPr marL="4572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9144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3716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1828800" algn="l" rtl="0">
              <a:spcBef>
                <a:spcPts val="0"/>
              </a:spcBef>
              <a:spcAft>
                <a:spcPts val="0"/>
              </a:spcAft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2860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6pPr>
            <a:lvl7pPr marL="27432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7pPr>
            <a:lvl8pPr marL="32004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8pPr>
            <a:lvl9pPr marL="3657600" algn="l" defTabSz="914400" rtl="0">
              <a:defRPr>
                <a:solidFill>
                  <a:schemeClr val="tx1"/>
                </a:solidFill>
                <a:latin typeface="Arial"/>
                <a:ea typeface="+mn-ea"/>
                <a:cs typeface="Arial"/>
              </a:defRPr>
            </a:lvl9pPr>
          </a:lstStyle>
          <a:p>
            <a:pPr>
              <a:defRPr/>
            </a:pPr>
            <a:r>
              <a:rPr lang="de-DE" sz="14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Chemnitz ∙ 26. November 2025 ∙ Sepp Stage, Josias Krahl, Julian Fedas, Vanessa Vorpagel</a:t>
            </a:r>
            <a:endParaRPr/>
          </a:p>
        </p:txBody>
      </p:sp>
      <p:pic>
        <p:nvPicPr>
          <p:cNvPr id="1035762634" name="Grafik 9" title="Logo der TU Chemnitz mit Bezug zur Kulturhauptstadt 2025"/>
          <p:cNvPicPr>
            <a:picLocks noChangeAspect="1"/>
          </p:cNvPicPr>
          <p:nvPr userDrawn="1"/>
        </p:nvPicPr>
        <p:blipFill rotWithShape="1">
          <a:blip r:embed="rId8"/>
          <a:stretch/>
        </p:blipFill>
        <p:spPr bwMode="auto">
          <a:xfrm>
            <a:off x="192089" y="152400"/>
            <a:ext cx="785406" cy="46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1600" b="1">
          <a:solidFill>
            <a:schemeClr val="bg1"/>
          </a:solidFill>
          <a:latin typeface="Roboto"/>
          <a:ea typeface="Roboto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400">
          <a:solidFill>
            <a:schemeClr val="tx1"/>
          </a:solidFill>
          <a:latin typeface="Roboto"/>
          <a:ea typeface="Roboto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Roboto"/>
          <a:ea typeface="Roboto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Roboto"/>
          <a:ea typeface="Roboto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.pn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.pn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.pn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0.jpg"/><Relationship Id="rId4" Type="http://schemas.openxmlformats.org/officeDocument/2006/relationships/image" Target="../media/image11.png"/><Relationship Id="rId5" Type="http://schemas.openxmlformats.org/officeDocument/2006/relationships/image" Target="../media/image12.jp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4370026" name="Titel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/>
          </a:p>
        </p:txBody>
      </p:sp>
      <p:pic>
        <p:nvPicPr>
          <p:cNvPr id="201010543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99376" y="1693333"/>
            <a:ext cx="9193247" cy="44873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107604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320290463" name="Textplatzhalter 2"/>
          <p:cNvSpPr>
            <a:spLocks noGrp="1"/>
          </p:cNvSpPr>
          <p:nvPr>
            <p:ph type="body" sz="quarter" idx="13"/>
          </p:nvPr>
        </p:nvSpPr>
        <p:spPr bwMode="auto">
          <a:xfrm>
            <a:off x="192087" y="908049"/>
            <a:ext cx="11807824" cy="4078017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de-DE" sz="36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Teil 1 : Vorstellung der Ergebnisse</a:t>
            </a:r>
            <a:endParaRPr lang="de-DE" sz="3600" b="1" i="0" u="none" strike="noStrike" cap="none" spc="0">
              <a:solidFill>
                <a:schemeClr val="tx1"/>
              </a:solidFill>
              <a:latin typeface="Roboto"/>
              <a:cs typeface="Roboto"/>
            </a:endParaRPr>
          </a:p>
          <a:p>
            <a:pPr algn="ctr">
              <a:defRPr/>
            </a:pPr>
            <a:endParaRPr lang="de-DE" sz="3600" b="1" i="0" u="none" strike="noStrike" cap="none" spc="0">
              <a:solidFill>
                <a:schemeClr val="tx1"/>
              </a:solidFill>
              <a:latin typeface="Roboto"/>
              <a:cs typeface="Roboto"/>
            </a:endParaRPr>
          </a:p>
          <a:p>
            <a:pPr algn="ctr">
              <a:defRPr/>
            </a:pPr>
            <a:r>
              <a:rPr lang="de-DE" sz="36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Unser UML Klassendiagramm</a:t>
            </a:r>
            <a:endParaRPr/>
          </a:p>
        </p:txBody>
      </p:sp>
      <p:pic>
        <p:nvPicPr>
          <p:cNvPr id="212517585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707515" y="3429000"/>
            <a:ext cx="4667249" cy="22574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84729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1386946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endParaRPr/>
          </a:p>
        </p:txBody>
      </p:sp>
      <p:pic>
        <p:nvPicPr>
          <p:cNvPr id="176006432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343025" y="1372234"/>
            <a:ext cx="9032062" cy="486260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13035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3379914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799514647" name=""/>
          <p:cNvPicPr>
            <a:picLocks noChangeAspect="1"/>
          </p:cNvPicPr>
          <p:nvPr/>
        </p:nvPicPr>
        <p:blipFill rotWithShape="1">
          <a:blip r:embed="rId3"/>
          <a:srcRect l="48150" t="0" r="0" b="0"/>
          <a:stretch/>
        </p:blipFill>
        <p:spPr bwMode="auto">
          <a:xfrm flipH="0" flipV="0">
            <a:off x="3817956" y="1372234"/>
            <a:ext cx="4683087" cy="486260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6042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70570939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393423571" name=""/>
          <p:cNvPicPr>
            <a:picLocks noChangeAspect="1"/>
          </p:cNvPicPr>
          <p:nvPr/>
        </p:nvPicPr>
        <p:blipFill rotWithShape="1">
          <a:blip r:embed="rId3"/>
          <a:srcRect l="48067" t="48159" r="14650" b="22461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44587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52352036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619872850" name=""/>
          <p:cNvPicPr>
            <a:picLocks noChangeAspect="1"/>
          </p:cNvPicPr>
          <p:nvPr/>
        </p:nvPicPr>
        <p:blipFill rotWithShape="1">
          <a:blip r:embed="rId3"/>
          <a:srcRect l="48557" t="28303" r="27664" b="42317"/>
          <a:stretch/>
        </p:blipFill>
        <p:spPr bwMode="auto">
          <a:xfrm flipH="0" flipV="0">
            <a:off x="2906001" y="1372234"/>
            <a:ext cx="7530935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797437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47354595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2096154400" name=""/>
          <p:cNvPicPr>
            <a:picLocks noChangeAspect="1"/>
          </p:cNvPicPr>
          <p:nvPr/>
        </p:nvPicPr>
        <p:blipFill rotWithShape="1">
          <a:blip r:embed="rId3"/>
          <a:srcRect l="48532" t="23834" r="14185" b="46786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142460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38936432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60067201" name=""/>
          <p:cNvPicPr>
            <a:picLocks noChangeAspect="1"/>
          </p:cNvPicPr>
          <p:nvPr/>
        </p:nvPicPr>
        <p:blipFill rotWithShape="1">
          <a:blip r:embed="rId3"/>
          <a:srcRect l="49535" t="37937" r="13182" b="32682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871922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96429492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2110843935" name=""/>
          <p:cNvPicPr>
            <a:picLocks noChangeAspect="1"/>
          </p:cNvPicPr>
          <p:nvPr/>
        </p:nvPicPr>
        <p:blipFill rotWithShape="1">
          <a:blip r:embed="rId3"/>
          <a:srcRect l="40985" t="16766" r="0" b="36728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99225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94236554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395505360" name=""/>
          <p:cNvPicPr>
            <a:picLocks noChangeAspect="1"/>
          </p:cNvPicPr>
          <p:nvPr/>
        </p:nvPicPr>
        <p:blipFill rotWithShape="1">
          <a:blip r:embed="rId3"/>
          <a:srcRect l="52742" t="1969" r="15363" b="72896"/>
          <a:stretch/>
        </p:blipFill>
        <p:spPr bwMode="auto">
          <a:xfrm flipH="0" flipV="0">
            <a:off x="192087" y="1372234"/>
            <a:ext cx="11807824" cy="5009514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14753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8109658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995083070" name=""/>
          <p:cNvPicPr>
            <a:picLocks noChangeAspect="1"/>
          </p:cNvPicPr>
          <p:nvPr/>
        </p:nvPicPr>
        <p:blipFill rotWithShape="1">
          <a:blip r:embed="rId3"/>
          <a:srcRect l="67297" t="2328" r="808" b="72537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71174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33011770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992232968" name=""/>
          <p:cNvPicPr>
            <a:picLocks noChangeAspect="1"/>
          </p:cNvPicPr>
          <p:nvPr/>
        </p:nvPicPr>
        <p:blipFill rotWithShape="1">
          <a:blip r:embed="rId3"/>
          <a:srcRect l="52375" t="21785" r="15730" b="53080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943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26746223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704638132" name=""/>
          <p:cNvPicPr>
            <a:picLocks noChangeAspect="1"/>
          </p:cNvPicPr>
          <p:nvPr/>
        </p:nvPicPr>
        <p:blipFill rotWithShape="1">
          <a:blip r:embed="rId3"/>
          <a:srcRect l="53110" t="5324" r="14995" b="69542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1045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57401106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707319161" name=""/>
          <p:cNvPicPr>
            <a:picLocks noChangeAspect="1"/>
          </p:cNvPicPr>
          <p:nvPr/>
        </p:nvPicPr>
        <p:blipFill rotWithShape="1">
          <a:blip r:embed="rId3"/>
          <a:srcRect l="52816" t="26419" r="15289" b="48446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26904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51067518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365783979" name=""/>
          <p:cNvPicPr>
            <a:picLocks noChangeAspect="1"/>
          </p:cNvPicPr>
          <p:nvPr/>
        </p:nvPicPr>
        <p:blipFill rotWithShape="1">
          <a:blip r:embed="rId3"/>
          <a:srcRect l="47865" t="67285" r="13132" b="1980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87771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90436242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(Frontend)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66758555" name=""/>
          <p:cNvPicPr>
            <a:picLocks noChangeAspect="1"/>
          </p:cNvPicPr>
          <p:nvPr/>
        </p:nvPicPr>
        <p:blipFill rotWithShape="1">
          <a:blip r:embed="rId3"/>
          <a:srcRect l="61962" t="62918" r="5557" b="11485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50333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00046317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r>
              <a:rPr/>
              <a:t> (Frontend)</a:t>
            </a:r>
            <a:endParaRPr/>
          </a:p>
        </p:txBody>
      </p:sp>
      <p:pic>
        <p:nvPicPr>
          <p:cNvPr id="735834926" name=""/>
          <p:cNvPicPr>
            <a:picLocks noChangeAspect="1"/>
          </p:cNvPicPr>
          <p:nvPr/>
        </p:nvPicPr>
        <p:blipFill rotWithShape="1">
          <a:blip r:embed="rId3"/>
          <a:srcRect l="48150" t="0" r="0" b="0"/>
          <a:stretch/>
        </p:blipFill>
        <p:spPr bwMode="auto">
          <a:xfrm flipH="0" flipV="0">
            <a:off x="3817955" y="1372233"/>
            <a:ext cx="4683086" cy="486260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393316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35415516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r>
              <a:rPr/>
              <a:t> (Backend)</a:t>
            </a:r>
            <a:endParaRPr/>
          </a:p>
        </p:txBody>
      </p:sp>
      <p:pic>
        <p:nvPicPr>
          <p:cNvPr id="1451482111" name=""/>
          <p:cNvPicPr>
            <a:picLocks noChangeAspect="1"/>
          </p:cNvPicPr>
          <p:nvPr/>
        </p:nvPicPr>
        <p:blipFill rotWithShape="1">
          <a:blip r:embed="rId3"/>
          <a:srcRect l="-5" t="0" r="52138" b="17152"/>
          <a:stretch/>
        </p:blipFill>
        <p:spPr bwMode="auto">
          <a:xfrm flipH="0" flipV="0">
            <a:off x="3934311" y="1372233"/>
            <a:ext cx="5267813" cy="490845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543550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05483241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/>
              <a:t>UML-Klassendiagramm</a:t>
            </a:r>
            <a:r>
              <a:rPr/>
              <a:t> (Backend)</a:t>
            </a:r>
            <a:endParaRPr/>
          </a:p>
        </p:txBody>
      </p:sp>
      <p:pic>
        <p:nvPicPr>
          <p:cNvPr id="1855440171" name=""/>
          <p:cNvPicPr>
            <a:picLocks noChangeAspect="1"/>
          </p:cNvPicPr>
          <p:nvPr/>
        </p:nvPicPr>
        <p:blipFill rotWithShape="1">
          <a:blip r:embed="rId3"/>
          <a:srcRect l="31222" t="64259" r="56624" b="14706"/>
          <a:stretch/>
        </p:blipFill>
        <p:spPr bwMode="auto">
          <a:xfrm flipH="0" flipV="0">
            <a:off x="3934311" y="1372233"/>
            <a:ext cx="5267813" cy="4908451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065772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09488926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659116136" name=""/>
          <p:cNvPicPr>
            <a:picLocks noChangeAspect="1"/>
          </p:cNvPicPr>
          <p:nvPr/>
        </p:nvPicPr>
        <p:blipFill rotWithShape="1">
          <a:blip r:embed="rId3"/>
          <a:srcRect l="317" t="7739" r="55972" b="40619"/>
          <a:stretch/>
        </p:blipFill>
        <p:spPr bwMode="auto">
          <a:xfrm flipH="0" flipV="0">
            <a:off x="2157927" y="1372233"/>
            <a:ext cx="7876141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97564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51597458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77143116" name=""/>
          <p:cNvPicPr>
            <a:picLocks noChangeAspect="1"/>
          </p:cNvPicPr>
          <p:nvPr/>
        </p:nvPicPr>
        <p:blipFill rotWithShape="1">
          <a:blip r:embed="rId3"/>
          <a:srcRect l="12471" t="3382" r="55048" b="71021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63703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64572414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857600428" name=""/>
          <p:cNvPicPr>
            <a:picLocks noChangeAspect="1"/>
          </p:cNvPicPr>
          <p:nvPr/>
        </p:nvPicPr>
        <p:blipFill rotWithShape="1">
          <a:blip r:embed="rId3"/>
          <a:srcRect l="-16755" t="11947" r="58120" b="41845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5741142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49240769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Backend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848013333" name=""/>
          <p:cNvPicPr>
            <a:picLocks noChangeAspect="1"/>
          </p:cNvPicPr>
          <p:nvPr/>
        </p:nvPicPr>
        <p:blipFill rotWithShape="1">
          <a:blip r:embed="rId3"/>
          <a:srcRect l="10289" t="30212" r="50461" b="38857"/>
          <a:stretch/>
        </p:blipFill>
        <p:spPr bwMode="auto">
          <a:xfrm flipH="0" flipV="0">
            <a:off x="192087" y="1372233"/>
            <a:ext cx="11807823" cy="5009513"/>
          </a:xfrm>
          <a:prstGeom prst="rect">
            <a:avLst/>
          </a:prstGeom>
          <a:ln w="3809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47857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2071362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9220426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774307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72624275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945618531" name=""/>
          <p:cNvPicPr>
            <a:picLocks noChangeAspect="1"/>
          </p:cNvPicPr>
          <p:nvPr/>
        </p:nvPicPr>
        <p:blipFill rotWithShape="1">
          <a:blip r:embed="rId3"/>
          <a:srcRect l="6321" t="-1272" r="37030" b="44624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244268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17167594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626153697" name=""/>
          <p:cNvPicPr>
            <a:picLocks noChangeAspect="1"/>
          </p:cNvPicPr>
          <p:nvPr/>
        </p:nvPicPr>
        <p:blipFill rotWithShape="1">
          <a:blip r:embed="rId3"/>
          <a:srcRect l="43352" t="-1272" r="0" b="44624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1622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12350958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072418767" name=""/>
          <p:cNvPicPr>
            <a:picLocks noChangeAspect="1"/>
          </p:cNvPicPr>
          <p:nvPr/>
        </p:nvPicPr>
        <p:blipFill rotWithShape="1">
          <a:blip r:embed="rId3"/>
          <a:srcRect l="43352" t="9468" r="0" b="33883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807112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8609923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2028275313" name=""/>
          <p:cNvPicPr>
            <a:picLocks noChangeAspect="1"/>
          </p:cNvPicPr>
          <p:nvPr/>
        </p:nvPicPr>
        <p:blipFill rotWithShape="1">
          <a:blip r:embed="rId3"/>
          <a:srcRect l="0" t="9468" r="43352" b="33883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45081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207948203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635647887" name=""/>
          <p:cNvPicPr>
            <a:picLocks noChangeAspect="1"/>
          </p:cNvPicPr>
          <p:nvPr/>
        </p:nvPicPr>
        <p:blipFill rotWithShape="1">
          <a:blip r:embed="rId3"/>
          <a:srcRect l="-438" t="62491" r="81056" b="18126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00420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3481049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957600152" name=""/>
          <p:cNvPicPr>
            <a:picLocks noChangeAspect="1"/>
          </p:cNvPicPr>
          <p:nvPr/>
        </p:nvPicPr>
        <p:blipFill rotWithShape="1">
          <a:blip r:embed="rId3"/>
          <a:srcRect l="42405" t="39785" r="944" b="3566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01508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5" cy="46831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</p:txBody>
      </p:sp>
      <p:sp>
        <p:nvSpPr>
          <p:cNvPr id="115138730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8"/>
            <a:ext cx="11807823" cy="928368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UML-Klassendiagramm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(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Ablauf von Login</a:t>
            </a: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)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797274292" name=""/>
          <p:cNvPicPr>
            <a:picLocks noChangeAspect="1"/>
          </p:cNvPicPr>
          <p:nvPr/>
        </p:nvPicPr>
        <p:blipFill rotWithShape="1">
          <a:blip r:embed="rId3"/>
          <a:srcRect l="4112" t="39785" r="39239" b="3566"/>
          <a:stretch/>
        </p:blipFill>
        <p:spPr bwMode="auto">
          <a:xfrm flipH="0" flipV="0">
            <a:off x="192086" y="1372233"/>
            <a:ext cx="11807824" cy="4947812"/>
          </a:xfrm>
          <a:prstGeom prst="rect">
            <a:avLst/>
          </a:prstGeom>
          <a:ln w="38099">
            <a:solidFill>
              <a:schemeClr val="tx1">
                <a:lumMod val="94901"/>
                <a:lumOff val="5099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59:morph option="byChar"/>
      </p:transition>
    </mc:Choice>
    <mc:Fallback>
      <p:transition spd="slow" advClick="1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7344022" name="Titelplatzhalter 25"/>
          <p:cNvSpPr>
            <a:spLocks noGrp="1"/>
          </p:cNvSpPr>
          <p:nvPr>
            <p:ph type="title"/>
          </p:nvPr>
        </p:nvSpPr>
        <p:spPr bwMode="auto">
          <a:xfrm>
            <a:off x="2387599" y="314324"/>
            <a:ext cx="9504362" cy="893763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597315589" name=""/>
          <p:cNvSpPr/>
          <p:nvPr/>
        </p:nvSpPr>
        <p:spPr bwMode="auto">
          <a:xfrm flipH="0" flipV="0">
            <a:off x="10777" y="3168374"/>
            <a:ext cx="12199802" cy="11585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a:r>
              <a:rPr sz="5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Teil 2 : Reflexion</a:t>
            </a:r>
            <a:br>
              <a:rPr sz="5200" b="1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</a:br>
            <a:endParaRPr/>
          </a:p>
        </p:txBody>
      </p:sp>
      <p:pic>
        <p:nvPicPr>
          <p:cNvPr id="79051554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597024" y="2711174"/>
            <a:ext cx="1771650" cy="17716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9385841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/>
          </a:p>
        </p:txBody>
      </p:sp>
      <p:sp>
        <p:nvSpPr>
          <p:cNvPr id="43668679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Wie sind wir zu den Ergebnissen gekommen?</a:t>
            </a:r>
            <a:endParaRPr/>
          </a:p>
        </p:txBody>
      </p:sp>
      <p:sp>
        <p:nvSpPr>
          <p:cNvPr id="63169097" name=""/>
          <p:cNvSpPr/>
          <p:nvPr/>
        </p:nvSpPr>
        <p:spPr bwMode="auto">
          <a:xfrm>
            <a:off x="5968559" y="3291840"/>
            <a:ext cx="255240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/>
          </a:p>
        </p:txBody>
      </p:sp>
      <p:pic>
        <p:nvPicPr>
          <p:cNvPr id="28512120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016124" y="2793999"/>
            <a:ext cx="2057400" cy="1495424"/>
          </a:xfrm>
          <a:prstGeom prst="rect">
            <a:avLst/>
          </a:prstGeom>
        </p:spPr>
      </p:pic>
      <p:pic>
        <p:nvPicPr>
          <p:cNvPr id="96649389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467529" y="2913062"/>
            <a:ext cx="1257299" cy="1257299"/>
          </a:xfrm>
          <a:prstGeom prst="rect">
            <a:avLst/>
          </a:prstGeom>
        </p:spPr>
      </p:pic>
      <p:pic>
        <p:nvPicPr>
          <p:cNvPr id="157106500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8334374" y="2913062"/>
            <a:ext cx="1257299" cy="1257299"/>
          </a:xfrm>
          <a:prstGeom prst="rect">
            <a:avLst/>
          </a:prstGeom>
        </p:spPr>
      </p:pic>
      <p:cxnSp>
        <p:nvCxnSpPr>
          <p:cNvPr id="991916054" name=""/>
          <p:cNvCxnSpPr>
            <a:stCxn id="285121206" idx="3"/>
          </p:cNvCxnSpPr>
          <p:nvPr/>
        </p:nvCxnSpPr>
        <p:spPr bwMode="auto">
          <a:xfrm rot="0" flipH="0" flipV="0">
            <a:off x="4073524" y="3545284"/>
            <a:ext cx="1189849" cy="0"/>
          </a:xfrm>
          <a:prstGeom prst="line">
            <a:avLst/>
          </a:prstGeom>
          <a:ln w="28575" cap="flat" cmpd="sng" algn="ctr">
            <a:solidFill>
              <a:srgbClr val="4D4D4D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4067191" name=""/>
          <p:cNvCxnSpPr>
            <a:stCxn id="966493898" idx="3"/>
            <a:endCxn id="1571065000" idx="1"/>
          </p:cNvCxnSpPr>
          <p:nvPr/>
        </p:nvCxnSpPr>
        <p:spPr bwMode="auto">
          <a:xfrm rot="0" flipH="0" flipV="0">
            <a:off x="6724828" y="3541712"/>
            <a:ext cx="1609544" cy="0"/>
          </a:xfrm>
          <a:prstGeom prst="line">
            <a:avLst/>
          </a:prstGeom>
          <a:ln w="28575" cap="flat" cmpd="sng" algn="ctr">
            <a:solidFill>
              <a:srgbClr val="4D4D4D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329605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0000" lnSpcReduction="2000"/>
          </a:bodyPr>
          <a:lstStyle>
            <a:lvl1pPr>
              <a:defRPr sz="2800"/>
            </a:lvl1pPr>
          </a:lstStyle>
          <a:p>
            <a:pPr>
              <a:defRPr/>
            </a:pPr>
            <a:r>
              <a:rPr lang="de-DE" sz="25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5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5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500"/>
          </a:p>
          <a:p>
            <a:pPr>
              <a:defRPr/>
            </a:pPr>
            <a:endParaRPr sz="2500"/>
          </a:p>
          <a:p>
            <a:pPr>
              <a:defRPr/>
            </a:pPr>
            <a:endParaRPr/>
          </a:p>
        </p:txBody>
      </p:sp>
      <p:sp>
        <p:nvSpPr>
          <p:cNvPr id="100255560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Herausforderungen &amp; Probleme</a:t>
            </a:r>
            <a:endParaRPr/>
          </a:p>
        </p:txBody>
      </p:sp>
      <p:pic>
        <p:nvPicPr>
          <p:cNvPr id="136762673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229100" y="1866899"/>
            <a:ext cx="3733799" cy="3733799"/>
          </a:xfrm>
          <a:prstGeom prst="rect">
            <a:avLst/>
          </a:prstGeom>
        </p:spPr>
      </p:pic>
      <p:pic>
        <p:nvPicPr>
          <p:cNvPr id="53527553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87904" y="2614451"/>
            <a:ext cx="3641195" cy="2035449"/>
          </a:xfrm>
          <a:prstGeom prst="rect">
            <a:avLst/>
          </a:prstGeom>
        </p:spPr>
      </p:pic>
      <p:pic>
        <p:nvPicPr>
          <p:cNvPr id="110733941" name=""/>
          <p:cNvPicPr>
            <a:picLocks noChangeAspect="1"/>
          </p:cNvPicPr>
          <p:nvPr/>
        </p:nvPicPr>
        <p:blipFill rotWithShape="1">
          <a:blip r:embed="rId5"/>
          <a:srcRect l="0" t="14542" r="50165" b="0"/>
          <a:stretch/>
        </p:blipFill>
        <p:spPr bwMode="auto">
          <a:xfrm flipH="0" flipV="0">
            <a:off x="8259231" y="2074333"/>
            <a:ext cx="3328323" cy="3115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275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352755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352755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733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07339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07339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33399" name="Titel 3"/>
          <p:cNvSpPr>
            <a:spLocks noGrp="1"/>
          </p:cNvSpPr>
          <p:nvPr>
            <p:ph type="title" hasCustomPrompt="1"/>
          </p:nvPr>
        </p:nvSpPr>
        <p:spPr bwMode="auto">
          <a:xfrm>
            <a:off x="1343025" y="76896"/>
            <a:ext cx="10656887" cy="46831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Softwareengineering WS 25/26</a:t>
            </a:r>
            <a:b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</a:br>
            <a:r>
              <a:rPr lang="de-DE" sz="2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2. Meilenstein: Design</a:t>
            </a:r>
            <a:endParaRPr sz="2800"/>
          </a:p>
          <a:p>
            <a:pPr>
              <a:defRPr/>
            </a:pPr>
            <a:endParaRPr sz="2800"/>
          </a:p>
          <a:p>
            <a:pPr>
              <a:defRPr/>
            </a:pPr>
            <a:endParaRPr sz="2800"/>
          </a:p>
          <a:p>
            <a:pPr>
              <a:defRPr/>
            </a:pPr>
            <a:endParaRPr/>
          </a:p>
        </p:txBody>
      </p:sp>
      <p:sp>
        <p:nvSpPr>
          <p:cNvPr id="2509231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92087" y="908049"/>
            <a:ext cx="11807824" cy="928369"/>
          </a:xfrm>
          <a:prstGeom prst="rect">
            <a:avLst/>
          </a:prstGeom>
        </p:spPr>
        <p:txBody>
          <a:bodyPr/>
          <a:lstStyle>
            <a:lvl1pPr marL="0" indent="0">
              <a:buFont typeface="Arial"/>
              <a:buNone/>
              <a:defRPr sz="2400" b="1">
                <a:solidFill>
                  <a:schemeClr val="tx1"/>
                </a:solidFill>
                <a:latin typeface="Roboto"/>
                <a:ea typeface="Roboto"/>
              </a:defRPr>
            </a:lvl1pPr>
            <a:lvl2pPr>
              <a:defRPr sz="2400">
                <a:latin typeface="Roboto"/>
                <a:ea typeface="Roboto"/>
              </a:defRPr>
            </a:lvl2pPr>
            <a:lvl3pPr>
              <a:defRPr sz="2000">
                <a:latin typeface="Roboto"/>
                <a:ea typeface="Roboto"/>
              </a:defRPr>
            </a:lvl3pPr>
            <a:lvl4pPr>
              <a:defRPr sz="2000">
                <a:latin typeface="Roboto"/>
                <a:ea typeface="Roboto"/>
              </a:defRPr>
            </a:lvl4pPr>
            <a:lvl5pPr>
              <a:defRPr sz="2000">
                <a:latin typeface="Roboto"/>
                <a:ea typeface="Roboto"/>
              </a:defRPr>
            </a:lvl5pPr>
          </a:lstStyle>
          <a:p>
            <a:pPr>
              <a:defRPr/>
            </a:pPr>
            <a:r>
              <a:rPr lang="de-DE" sz="2400" b="1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Feedback</a:t>
            </a:r>
            <a:endParaRPr/>
          </a:p>
        </p:txBody>
      </p:sp>
      <p:pic>
        <p:nvPicPr>
          <p:cNvPr id="42786871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666875" y="1836419"/>
            <a:ext cx="8858250" cy="3876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C Startfolie">
  <a:themeElements>
    <a:clrScheme name="Benutzerdefiniert 1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4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>
    <a:extraClrScheme>
      <a:clrScheme name="4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UC Folgefolien ">
  <a:themeElements>
    <a:clrScheme name="Benutzerdefiniert 2">
      <a:dk1>
        <a:srgbClr val="000000"/>
      </a:dk1>
      <a:lt1>
        <a:srgbClr val="FFFFFF"/>
      </a:lt1>
      <a:dk2>
        <a:srgbClr val="7F7F7F"/>
      </a:dk2>
      <a:lt2>
        <a:srgbClr val="FFFFFF"/>
      </a:lt2>
      <a:accent1>
        <a:srgbClr val="005F50"/>
      </a:accent1>
      <a:accent2>
        <a:srgbClr val="4A8246"/>
      </a:accent2>
      <a:accent3>
        <a:srgbClr val="00C6A7"/>
      </a:accent3>
      <a:accent4>
        <a:srgbClr val="F2F2F2"/>
      </a:accent4>
      <a:accent5>
        <a:srgbClr val="92D050"/>
      </a:accent5>
      <a:accent6>
        <a:srgbClr val="00322A"/>
      </a:accent6>
      <a:hlink>
        <a:srgbClr val="005F50"/>
      </a:hlink>
      <a:folHlink>
        <a:srgbClr val="00AC8F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ONLYOFFICE/9.1.0.173</Application>
  <PresentationFormat>On-screen Show (4:3)</PresentationFormat>
  <Paragraphs>0</Paragraphs>
  <Slides>35</Slides>
  <Notes>35</Notes>
  <HiddenSlides>0</HiddenSlides>
  <MMClips>2</MMClips>
  <ScaleCrop>0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35</vt:i4>
      </vt:variant>
    </vt:vector>
  </HeadingPairs>
  <TitlesOfParts>
    <vt:vector size="37" baseType="lpstr">
      <vt:lpstr>Theme 1</vt:lpstr>
      <vt:lpstr>Theme 2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Manager/>
  <Company>TU Chemnitz</Company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 Meilenstein: Design</dc:title>
  <dc:subject/>
  <dc:creator>Sepp Stage;Josias Krahl;Julian Fedas;Vanessa Vorpagel</dc:creator>
  <cp:keywords/>
  <dc:description/>
  <cp:lastModifiedBy/>
  <cp:revision>5</cp:revision>
  <dcterms:created xsi:type="dcterms:W3CDTF">2022-09-28T06:36:00Z</dcterms:created>
  <dcterms:modified xsi:type="dcterms:W3CDTF">2025-11-25T11:55:24Z</dcterms:modified>
  <cp:category>Corporate Design der TU Chemnitz</cp:category>
</cp:coreProperties>
</file>