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12"/>
  </p:notesMasterIdLst>
  <p:handoutMasterIdLst>
    <p:handoutMasterId r:id="rId13"/>
  </p:handoutMasterIdLst>
  <p:sldIdLst>
    <p:sldId id="309" r:id="rId3"/>
    <p:sldId id="344" r:id="rId4"/>
    <p:sldId id="342" r:id="rId5"/>
    <p:sldId id="345" r:id="rId6"/>
    <p:sldId id="348" r:id="rId7"/>
    <p:sldId id="346" r:id="rId8"/>
    <p:sldId id="347" r:id="rId9"/>
    <p:sldId id="349" r:id="rId10"/>
    <p:sldId id="350" r:id="rId11"/>
  </p:sldIdLst>
  <p:sldSz cx="12192000" cy="6858000"/>
  <p:notesSz cx="9928225" cy="6797675"/>
  <p:embeddedFontLst>
    <p:embeddedFont>
      <p:font typeface="Roboto" panose="02000000000000000000" pitchFamily="2" charset="0"/>
      <p:regular r:id="rId14"/>
      <p:bold r:id="rId15"/>
      <p:italic r:id="rId16"/>
      <p:boldItalic r:id="rId17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CC"/>
    <a:srgbClr val="FFD800"/>
    <a:srgbClr val="E7EBF0"/>
    <a:srgbClr val="005F50"/>
    <a:srgbClr val="707070"/>
    <a:srgbClr val="006F5F"/>
    <a:srgbClr val="003E2F"/>
    <a:srgbClr val="E4B402"/>
    <a:srgbClr val="009EE3"/>
    <a:srgbClr val="51AE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68" autoAdjust="0"/>
    <p:restoredTop sz="97526" autoAdjust="0"/>
  </p:normalViewPr>
  <p:slideViewPr>
    <p:cSldViewPr snapToGrid="0">
      <p:cViewPr varScale="1">
        <p:scale>
          <a:sx n="111" d="100"/>
          <a:sy n="111" d="100"/>
        </p:scale>
        <p:origin x="101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18.02.2026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de-DE" sz="1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∙ 18</a:t>
            </a:r>
            <a:r>
              <a:rPr lang="de-DE" sz="1400">
                <a:latin typeface="Roboto" panose="02000000000000000000" pitchFamily="2" charset="0"/>
                <a:ea typeface="Roboto" panose="02000000000000000000" pitchFamily="2" charset="0"/>
              </a:rPr>
              <a:t>. Februar</a:t>
            </a:r>
            <a:r>
              <a:rPr lang="de-DE" sz="1400" baseline="0">
                <a:latin typeface="Roboto" panose="02000000000000000000" pitchFamily="2" charset="0"/>
                <a:ea typeface="Roboto" panose="02000000000000000000" pitchFamily="2" charset="0"/>
              </a:rPr>
              <a:t> 2026</a:t>
            </a:r>
            <a:r>
              <a:rPr lang="de-DE" sz="1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Softwareengineering WS25/26 </a:t>
            </a:r>
            <a:endParaRPr lang="de-DE" sz="1400" kern="12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18</a:t>
            </a:r>
            <a:r>
              <a:rPr lang="de-DE" sz="1400">
                <a:latin typeface="Roboto" panose="02000000000000000000" pitchFamily="2" charset="0"/>
                <a:ea typeface="Roboto" panose="02000000000000000000" pitchFamily="2" charset="0"/>
              </a:rPr>
              <a:t>. Februar</a:t>
            </a:r>
            <a:r>
              <a:rPr lang="de-DE" sz="1400" baseline="0">
                <a:latin typeface="Roboto" panose="02000000000000000000" pitchFamily="2" charset="0"/>
                <a:ea typeface="Roboto" panose="02000000000000000000" pitchFamily="2" charset="0"/>
              </a:rPr>
              <a:t> 2026</a:t>
            </a:r>
            <a:r>
              <a:rPr lang="de-DE" sz="1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Softwareengineering WS25/26 </a:t>
            </a:r>
            <a:endParaRPr lang="de-DE" sz="1400" kern="12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70137" y="427405"/>
            <a:ext cx="9504363" cy="685702"/>
          </a:xfrm>
        </p:spPr>
        <p:txBody>
          <a:bodyPr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de-DE" sz="2000"/>
              <a:t>Softwarepraktikum WiSe 25/26</a:t>
            </a:r>
            <a:br>
              <a:rPr lang="de-DE" sz="2000"/>
            </a:br>
            <a:r>
              <a:rPr lang="de-DE" sz="3100"/>
              <a:t>Abschlusspräsentation – Gruppe 2</a:t>
            </a:r>
            <a:br>
              <a:rPr lang="de-DE" sz="2000"/>
            </a:br>
            <a:endParaRPr lang="de-DE" sz="2000"/>
          </a:p>
        </p:txBody>
      </p:sp>
      <p:pic>
        <p:nvPicPr>
          <p:cNvPr id="5" name="Grafik 4" descr="Ein Bild, das Entwurf, Zeichnung, Darstellung, Cartoon enthält.&#10;&#10;KI-generierte Inhalte können fehlerhaft sein.">
            <a:extLst>
              <a:ext uri="{FF2B5EF4-FFF2-40B4-BE49-F238E27FC236}">
                <a16:creationId xmlns:a16="http://schemas.microsoft.com/office/drawing/2014/main" id="{2D86BD59-AF69-AAA8-F4B8-CD82258066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674"/>
          <a:stretch>
            <a:fillRect/>
          </a:stretch>
        </p:blipFill>
        <p:spPr>
          <a:xfrm>
            <a:off x="3618396" y="1570595"/>
            <a:ext cx="4955207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1E08-C9D7-7C78-5E00-573CB3DA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27B0E8-F345-8F46-F54B-A9F2495B4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Vereinfachte Datenerfassung</a:t>
            </a:r>
          </a:p>
        </p:txBody>
      </p:sp>
      <p:pic>
        <p:nvPicPr>
          <p:cNvPr id="4" name="Grafik 3" descr="Ein Bild, das Text, Screenshot, Schrift, Logo enthält.&#10;&#10;KI-generierte Inhalte können fehlerhaft sein.">
            <a:extLst>
              <a:ext uri="{FF2B5EF4-FFF2-40B4-BE49-F238E27FC236}">
                <a16:creationId xmlns:a16="http://schemas.microsoft.com/office/drawing/2014/main" id="{B37349BA-6FFF-9E7A-7D07-C24FAC07F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92" y="1895261"/>
            <a:ext cx="11403016" cy="306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931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7CB70-C765-E6D0-88A0-37CBDD8B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Automatische Statistik-Erstellung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86B498E-9901-1E29-2055-3CF15DD3999A}"/>
              </a:ext>
            </a:extLst>
          </p:cNvPr>
          <p:cNvSpPr txBox="1"/>
          <p:nvPr/>
        </p:nvSpPr>
        <p:spPr>
          <a:xfrm>
            <a:off x="994226" y="5026183"/>
            <a:ext cx="4564745" cy="523220"/>
          </a:xfrm>
          <a:prstGeom prst="rect">
            <a:avLst/>
          </a:prstGeom>
          <a:ln>
            <a:solidFill>
              <a:srgbClr val="E7EBF0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800"/>
              <a:t>Input: Fall- und Anfragedaten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4FA5756-A16F-016D-6151-1F2498531185}"/>
              </a:ext>
            </a:extLst>
          </p:cNvPr>
          <p:cNvSpPr txBox="1"/>
          <p:nvPr/>
        </p:nvSpPr>
        <p:spPr>
          <a:xfrm>
            <a:off x="6792684" y="5026183"/>
            <a:ext cx="4564745" cy="523220"/>
          </a:xfrm>
          <a:prstGeom prst="rect">
            <a:avLst/>
          </a:prstGeom>
          <a:ln>
            <a:solidFill>
              <a:srgbClr val="E7EBF0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800"/>
              <a:t>Output: Exportdatei</a:t>
            </a:r>
          </a:p>
        </p:txBody>
      </p:sp>
      <p:pic>
        <p:nvPicPr>
          <p:cNvPr id="1026" name="Picture 2" descr="309 Tausend Personal Data Icon lizenzfreie Bilder, Stockfotos und Aufnahmen  | Shutterstock">
            <a:extLst>
              <a:ext uri="{FF2B5EF4-FFF2-40B4-BE49-F238E27FC236}">
                <a16:creationId xmlns:a16="http://schemas.microsoft.com/office/drawing/2014/main" id="{07EE30F5-C77D-7EC7-AF35-E73871B8DD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0" b="7356"/>
          <a:stretch>
            <a:fillRect/>
          </a:stretch>
        </p:blipFill>
        <p:spPr bwMode="auto">
          <a:xfrm>
            <a:off x="786161" y="1831816"/>
            <a:ext cx="2808004" cy="2587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Vektorsymbol für die Datenverarbeitung: Stock-Vektorgrafik (Lizenzfrei)  624577427 | Shutterstock">
            <a:extLst>
              <a:ext uri="{FF2B5EF4-FFF2-40B4-BE49-F238E27FC236}">
                <a16:creationId xmlns:a16="http://schemas.microsoft.com/office/drawing/2014/main" id="{290D7A0D-2B39-07E7-32CB-11DDC8C27B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56"/>
          <a:stretch>
            <a:fillRect/>
          </a:stretch>
        </p:blipFill>
        <p:spPr bwMode="auto">
          <a:xfrm>
            <a:off x="4527528" y="1304233"/>
            <a:ext cx="3136943" cy="3038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tatistik Symbol Design 20121868 Vektor Kunst bei Vecteezy">
            <a:extLst>
              <a:ext uri="{FF2B5EF4-FFF2-40B4-BE49-F238E27FC236}">
                <a16:creationId xmlns:a16="http://schemas.microsoft.com/office/drawing/2014/main" id="{AF3DD7FC-CA1C-2B10-AFD0-AF64C27A8B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0336" y="1831815"/>
            <a:ext cx="2507093" cy="250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6E7485EB-2DB4-3172-F659-445025B4A459}"/>
              </a:ext>
            </a:extLst>
          </p:cNvPr>
          <p:cNvSpPr/>
          <p:nvPr/>
        </p:nvSpPr>
        <p:spPr>
          <a:xfrm>
            <a:off x="3445392" y="284304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A58677F5-E6F2-6389-5724-FA3CBE940F01}"/>
              </a:ext>
            </a:extLst>
          </p:cNvPr>
          <p:cNvSpPr/>
          <p:nvPr/>
        </p:nvSpPr>
        <p:spPr>
          <a:xfrm>
            <a:off x="7871928" y="284304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1676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CB229-7C7F-BCA1-BA37-F1A5103C9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96B15-152E-418C-A4F0-9B9039168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Umsetzung</a:t>
            </a:r>
          </a:p>
        </p:txBody>
      </p:sp>
      <p:pic>
        <p:nvPicPr>
          <p:cNvPr id="3" name="Grafik 2" descr="Ein Bild, das Text, Schrift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59E194E-17CA-C1F4-27B2-BB81C912C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655" y="2010104"/>
            <a:ext cx="11587258" cy="326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065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7C216-8BA9-F907-FCF8-DCF43F8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613981-9DB3-0178-5AE0-277F59892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Umsetzung</a:t>
            </a:r>
          </a:p>
        </p:txBody>
      </p:sp>
      <p:pic>
        <p:nvPicPr>
          <p:cNvPr id="3" name="Grafik 2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140ABC52-7182-0318-7154-27C3B5623C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1" r="7382"/>
          <a:stretch>
            <a:fillRect/>
          </a:stretch>
        </p:blipFill>
        <p:spPr>
          <a:xfrm>
            <a:off x="69010" y="1290746"/>
            <a:ext cx="11827386" cy="44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4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A8B51-BB5F-DAF6-23CC-6979CF34F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45C56-07A7-C9A2-4365-5F920E348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Live-Demo</a:t>
            </a:r>
          </a:p>
        </p:txBody>
      </p:sp>
      <p:pic>
        <p:nvPicPr>
          <p:cNvPr id="2050" name="Picture 2" descr="Web-apps - Kostenlose multimedia-Icons">
            <a:extLst>
              <a:ext uri="{FF2B5EF4-FFF2-40B4-BE49-F238E27FC236}">
                <a16:creationId xmlns:a16="http://schemas.microsoft.com/office/drawing/2014/main" id="{73DC53E6-DC68-BE8D-C000-3FB05642A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5429" y="758371"/>
            <a:ext cx="5762171" cy="5762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394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4E51D-A302-C1AA-3F3F-46BFE7947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DE99B7-4596-ADCB-2F7C-ED128D460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Herausforderungen</a:t>
            </a:r>
          </a:p>
        </p:txBody>
      </p:sp>
      <p:pic>
        <p:nvPicPr>
          <p:cNvPr id="4" name="Picture 2" descr="Seminar „Statistiken richtig lesen und interpretieren“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0241" y="1191485"/>
            <a:ext cx="8229599" cy="483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625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CA33-CE08-0970-364E-A5AA4B62D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1A871-F166-F3EC-E0E2-764883334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Mögliche Weiterentwicklungen</a:t>
            </a: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850" y="1224736"/>
            <a:ext cx="8086550" cy="477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40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8F192-8F94-08BB-B097-DA0DC1E6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BCD9F5-F2C6-36C4-BB8A-271A879DD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Fazit</a:t>
            </a: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734" y="1174692"/>
            <a:ext cx="8695113" cy="4891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95782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29</Words>
  <Application>Microsoft Office PowerPoint</Application>
  <PresentationFormat>Breitbild</PresentationFormat>
  <Paragraphs>12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Calibri</vt:lpstr>
      <vt:lpstr>Roboto</vt:lpstr>
      <vt:lpstr>Arial</vt:lpstr>
      <vt:lpstr>TUC Startfolie</vt:lpstr>
      <vt:lpstr>TUC Folgefolien </vt:lpstr>
      <vt:lpstr>Softwarepraktikum WiSe 25/26 Abschlusspräsentation – Gruppe 2 </vt:lpstr>
      <vt:lpstr>Vereinfachte Datenerfassung</vt:lpstr>
      <vt:lpstr>Automatische Statistik-Erstellung</vt:lpstr>
      <vt:lpstr>Umsetzung</vt:lpstr>
      <vt:lpstr>Umsetzung</vt:lpstr>
      <vt:lpstr>Live-Demo</vt:lpstr>
      <vt:lpstr>Herausforderungen</vt:lpstr>
      <vt:lpstr>Mögliche Weiterentwicklungen</vt:lpstr>
      <vt:lpstr>Fazit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Softwarepraktikum WiSe 25/26 Abschlusspräsentation – Gruppe 2 </dc:title>
  <dc:subject/>
  <dc:creator>Lucy Stahr</dc:creator>
  <cp:keywords/>
  <dc:description/>
  <cp:lastModifiedBy>lstahr</cp:lastModifiedBy>
  <cp:revision>62</cp:revision>
  <cp:lastPrinted>2015-10-30T11:33:42Z</cp:lastPrinted>
  <dcterms:created xsi:type="dcterms:W3CDTF">2025-10-24T15:32:09Z</dcterms:created>
  <dcterms:modified xsi:type="dcterms:W3CDTF">2026-02-18T07:11:05Z</dcterms:modified>
  <cp:category>Corporate Design der TU Chemnitz</cp:category>
</cp:coreProperties>
</file>